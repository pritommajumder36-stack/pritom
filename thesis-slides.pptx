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40"/>
  </p:notesMasterIdLst>
  <p:handoutMasterIdLst>
    <p:handoutMasterId r:id="rId41"/>
  </p:handoutMasterIdLst>
  <p:sldIdLst>
    <p:sldId id="2767" r:id="rId5"/>
    <p:sldId id="257" r:id="rId6"/>
    <p:sldId id="2768" r:id="rId7"/>
    <p:sldId id="2770" r:id="rId8"/>
    <p:sldId id="2769" r:id="rId9"/>
    <p:sldId id="2772" r:id="rId10"/>
    <p:sldId id="2773" r:id="rId11"/>
    <p:sldId id="2774" r:id="rId12"/>
    <p:sldId id="2775" r:id="rId13"/>
    <p:sldId id="2780" r:id="rId14"/>
    <p:sldId id="2794" r:id="rId15"/>
    <p:sldId id="2776" r:id="rId16"/>
    <p:sldId id="2777" r:id="rId17"/>
    <p:sldId id="2778" r:id="rId18"/>
    <p:sldId id="2779" r:id="rId19"/>
    <p:sldId id="2781" r:id="rId20"/>
    <p:sldId id="2782" r:id="rId21"/>
    <p:sldId id="2783" r:id="rId22"/>
    <p:sldId id="2784" r:id="rId23"/>
    <p:sldId id="2785" r:id="rId24"/>
    <p:sldId id="2786" r:id="rId25"/>
    <p:sldId id="2787" r:id="rId26"/>
    <p:sldId id="2788" r:id="rId27"/>
    <p:sldId id="2789" r:id="rId28"/>
    <p:sldId id="2797" r:id="rId29"/>
    <p:sldId id="2790" r:id="rId30"/>
    <p:sldId id="2791" r:id="rId31"/>
    <p:sldId id="2795" r:id="rId32"/>
    <p:sldId id="2792" r:id="rId33"/>
    <p:sldId id="2793" r:id="rId34"/>
    <p:sldId id="268" r:id="rId35"/>
    <p:sldId id="2796" r:id="rId36"/>
    <p:sldId id="2771" r:id="rId37"/>
    <p:sldId id="2798" r:id="rId38"/>
    <p:sldId id="26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5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011011 - Pritom Majumder" userId="55e6a8d5-ac58-43f4-b8fa-0b00d2d01bc8" providerId="ADAL" clId="{AA4F784F-FDD6-4203-A9D6-CE022B887B75}"/>
    <pc:docChg chg="undo custSel addSld delSld modSld sldOrd modMainMaster">
      <pc:chgData name="2011011 - Pritom Majumder" userId="55e6a8d5-ac58-43f4-b8fa-0b00d2d01bc8" providerId="ADAL" clId="{AA4F784F-FDD6-4203-A9D6-CE022B887B75}" dt="2026-06-12T15:50:03.196" v="5868" actId="20577"/>
      <pc:docMkLst>
        <pc:docMk/>
      </pc:docMkLst>
      <pc:sldChg chg="addSp delSp modSp mod">
        <pc:chgData name="2011011 - Pritom Majumder" userId="55e6a8d5-ac58-43f4-b8fa-0b00d2d01bc8" providerId="ADAL" clId="{AA4F784F-FDD6-4203-A9D6-CE022B887B75}" dt="2026-06-11T05:20:08.554" v="4983" actId="478"/>
        <pc:sldMkLst>
          <pc:docMk/>
          <pc:sldMk cId="4216523365" sldId="257"/>
        </pc:sldMkLst>
        <pc:spChg chg="mod">
          <ac:chgData name="2011011 - Pritom Majumder" userId="55e6a8d5-ac58-43f4-b8fa-0b00d2d01bc8" providerId="ADAL" clId="{AA4F784F-FDD6-4203-A9D6-CE022B887B75}" dt="2026-06-10T14:46:16.589" v="3852" actId="14100"/>
          <ac:spMkLst>
            <pc:docMk/>
            <pc:sldMk cId="4216523365" sldId="257"/>
            <ac:spMk id="2" creationId="{93B255C6-1E2E-E4BD-2E9F-B3321C22A292}"/>
          </ac:spMkLst>
        </pc:spChg>
        <pc:spChg chg="del">
          <ac:chgData name="2011011 - Pritom Majumder" userId="55e6a8d5-ac58-43f4-b8fa-0b00d2d01bc8" providerId="ADAL" clId="{AA4F784F-FDD6-4203-A9D6-CE022B887B75}" dt="2026-06-11T05:20:08.554" v="4983" actId="478"/>
          <ac:spMkLst>
            <pc:docMk/>
            <pc:sldMk cId="4216523365" sldId="257"/>
            <ac:spMk id="4" creationId="{24E602D5-209F-C183-95CC-735D34DC9419}"/>
          </ac:spMkLst>
        </pc:spChg>
        <pc:spChg chg="mod">
          <ac:chgData name="2011011 - Pritom Majumder" userId="55e6a8d5-ac58-43f4-b8fa-0b00d2d01bc8" providerId="ADAL" clId="{AA4F784F-FDD6-4203-A9D6-CE022B887B75}" dt="2026-06-06T13:46:00.387" v="114" actId="2711"/>
          <ac:spMkLst>
            <pc:docMk/>
            <pc:sldMk cId="4216523365" sldId="257"/>
            <ac:spMk id="6" creationId="{5CCDC894-A40D-FD0D-CF41-FEE5AF09BACB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10T14:46:26.612" v="3853" actId="1076"/>
          <ac:graphicFrameMkLst>
            <pc:docMk/>
            <pc:sldMk cId="4216523365" sldId="257"/>
            <ac:graphicFrameMk id="8" creationId="{9531548B-563F-596B-5FE3-279C1CD5AFEA}"/>
          </ac:graphicFrameMkLst>
        </pc:graphicFrameChg>
      </pc:sldChg>
      <pc:sldChg chg="addSp delSp modSp mod ord">
        <pc:chgData name="2011011 - Pritom Majumder" userId="55e6a8d5-ac58-43f4-b8fa-0b00d2d01bc8" providerId="ADAL" clId="{AA4F784F-FDD6-4203-A9D6-CE022B887B75}" dt="2026-06-12T15:50:03.196" v="5868" actId="20577"/>
        <pc:sldMkLst>
          <pc:docMk/>
          <pc:sldMk cId="2999686948" sldId="267"/>
        </pc:sldMkLst>
        <pc:spChg chg="del mod">
          <ac:chgData name="2011011 - Pritom Majumder" userId="55e6a8d5-ac58-43f4-b8fa-0b00d2d01bc8" providerId="ADAL" clId="{AA4F784F-FDD6-4203-A9D6-CE022B887B75}" dt="2026-06-11T14:42:55.421" v="5390" actId="478"/>
          <ac:spMkLst>
            <pc:docMk/>
            <pc:sldMk cId="2999686948" sldId="267"/>
            <ac:spMk id="2" creationId="{E4A209B1-CECE-7466-7044-9D73619E56A1}"/>
          </ac:spMkLst>
        </pc:spChg>
        <pc:spChg chg="del">
          <ac:chgData name="2011011 - Pritom Majumder" userId="55e6a8d5-ac58-43f4-b8fa-0b00d2d01bc8" providerId="ADAL" clId="{AA4F784F-FDD6-4203-A9D6-CE022B887B75}" dt="2026-06-11T03:40:36.859" v="4138" actId="478"/>
          <ac:spMkLst>
            <pc:docMk/>
            <pc:sldMk cId="2999686948" sldId="267"/>
            <ac:spMk id="3" creationId="{0D66681B-5E1B-BD2B-6960-3B46EFE83A39}"/>
          </ac:spMkLst>
        </pc:spChg>
        <pc:spChg chg="del">
          <ac:chgData name="2011011 - Pritom Majumder" userId="55e6a8d5-ac58-43f4-b8fa-0b00d2d01bc8" providerId="ADAL" clId="{AA4F784F-FDD6-4203-A9D6-CE022B887B75}" dt="2026-06-11T05:26:51.616" v="5104" actId="478"/>
          <ac:spMkLst>
            <pc:docMk/>
            <pc:sldMk cId="2999686948" sldId="267"/>
            <ac:spMk id="4" creationId="{C8B47696-CC61-C5A5-6C0C-BC554FB64A31}"/>
          </ac:spMkLst>
        </pc:spChg>
        <pc:spChg chg="add del mod">
          <ac:chgData name="2011011 - Pritom Majumder" userId="55e6a8d5-ac58-43f4-b8fa-0b00d2d01bc8" providerId="ADAL" clId="{AA4F784F-FDD6-4203-A9D6-CE022B887B75}" dt="2026-06-11T14:42:58.120" v="5391" actId="478"/>
          <ac:spMkLst>
            <pc:docMk/>
            <pc:sldMk cId="2999686948" sldId="267"/>
            <ac:spMk id="4" creationId="{E6093DD2-63A6-6F6C-8E6D-0D8A6FAB327C}"/>
          </ac:spMkLst>
        </pc:spChg>
        <pc:spChg chg="add mod">
          <ac:chgData name="2011011 - Pritom Majumder" userId="55e6a8d5-ac58-43f4-b8fa-0b00d2d01bc8" providerId="ADAL" clId="{AA4F784F-FDD6-4203-A9D6-CE022B887B75}" dt="2026-06-11T14:51:04.429" v="5464" actId="1076"/>
          <ac:spMkLst>
            <pc:docMk/>
            <pc:sldMk cId="2999686948" sldId="267"/>
            <ac:spMk id="5" creationId="{1AB00AC6-8160-FBE2-31CB-968B77CED189}"/>
          </ac:spMkLst>
        </pc:spChg>
        <pc:spChg chg="del">
          <ac:chgData name="2011011 - Pritom Majumder" userId="55e6a8d5-ac58-43f4-b8fa-0b00d2d01bc8" providerId="ADAL" clId="{AA4F784F-FDD6-4203-A9D6-CE022B887B75}" dt="2026-06-11T05:19:51.075" v="4980" actId="478"/>
          <ac:spMkLst>
            <pc:docMk/>
            <pc:sldMk cId="2999686948" sldId="267"/>
            <ac:spMk id="5" creationId="{A79C9FFD-93B6-D3DC-72EF-DBAF2803AE25}"/>
          </ac:spMkLst>
        </pc:spChg>
        <pc:spChg chg="mod">
          <ac:chgData name="2011011 - Pritom Majumder" userId="55e6a8d5-ac58-43f4-b8fa-0b00d2d01bc8" providerId="ADAL" clId="{AA4F784F-FDD6-4203-A9D6-CE022B887B75}" dt="2026-06-11T05:26:46.451" v="5103" actId="255"/>
          <ac:spMkLst>
            <pc:docMk/>
            <pc:sldMk cId="2999686948" sldId="267"/>
            <ac:spMk id="6" creationId="{900738C8-C838-438B-F934-0218EC261C65}"/>
          </ac:spMkLst>
        </pc:spChg>
        <pc:spChg chg="add del mod">
          <ac:chgData name="2011011 - Pritom Majumder" userId="55e6a8d5-ac58-43f4-b8fa-0b00d2d01bc8" providerId="ADAL" clId="{AA4F784F-FDD6-4203-A9D6-CE022B887B75}" dt="2026-06-11T03:40:39.053" v="4139" actId="478"/>
          <ac:spMkLst>
            <pc:docMk/>
            <pc:sldMk cId="2999686948" sldId="267"/>
            <ac:spMk id="8" creationId="{D8F5D494-73FA-C3A5-7703-F4B15DCDBF13}"/>
          </ac:spMkLst>
        </pc:spChg>
        <pc:spChg chg="add mod">
          <ac:chgData name="2011011 - Pritom Majumder" userId="55e6a8d5-ac58-43f4-b8fa-0b00d2d01bc8" providerId="ADAL" clId="{AA4F784F-FDD6-4203-A9D6-CE022B887B75}" dt="2026-06-12T15:50:03.196" v="5868" actId="20577"/>
          <ac:spMkLst>
            <pc:docMk/>
            <pc:sldMk cId="2999686948" sldId="267"/>
            <ac:spMk id="9" creationId="{1DED1878-8702-987C-1C00-D70082EF277D}"/>
          </ac:spMkLst>
        </pc:spChg>
        <pc:picChg chg="mod">
          <ac:chgData name="2011011 - Pritom Majumder" userId="55e6a8d5-ac58-43f4-b8fa-0b00d2d01bc8" providerId="ADAL" clId="{AA4F784F-FDD6-4203-A9D6-CE022B887B75}" dt="2026-06-12T15:48:11.448" v="5866" actId="29295"/>
          <ac:picMkLst>
            <pc:docMk/>
            <pc:sldMk cId="2999686948" sldId="267"/>
            <ac:picMk id="15" creationId="{A52016E5-43C0-59E9-C7D5-5F2E24721B84}"/>
          </ac:picMkLst>
        </pc:picChg>
      </pc:sldChg>
      <pc:sldChg chg="addSp delSp modSp mod modAnim">
        <pc:chgData name="2011011 - Pritom Majumder" userId="55e6a8d5-ac58-43f4-b8fa-0b00d2d01bc8" providerId="ADAL" clId="{AA4F784F-FDD6-4203-A9D6-CE022B887B75}" dt="2026-06-12T13:36:48.574" v="5768" actId="20577"/>
        <pc:sldMkLst>
          <pc:docMk/>
          <pc:sldMk cId="2651058474" sldId="268"/>
        </pc:sldMkLst>
        <pc:spChg chg="del">
          <ac:chgData name="2011011 - Pritom Majumder" userId="55e6a8d5-ac58-43f4-b8fa-0b00d2d01bc8" providerId="ADAL" clId="{AA4F784F-FDD6-4203-A9D6-CE022B887B75}" dt="2026-06-11T05:26:16.548" v="5094" actId="478"/>
          <ac:spMkLst>
            <pc:docMk/>
            <pc:sldMk cId="2651058474" sldId="268"/>
            <ac:spMk id="2" creationId="{84B6F15B-92C0-806D-7631-A3635A42F75C}"/>
          </ac:spMkLst>
        </pc:spChg>
        <pc:spChg chg="del">
          <ac:chgData name="2011011 - Pritom Majumder" userId="55e6a8d5-ac58-43f4-b8fa-0b00d2d01bc8" providerId="ADAL" clId="{AA4F784F-FDD6-4203-A9D6-CE022B887B75}" dt="2026-06-11T05:26:08.569" v="5091" actId="478"/>
          <ac:spMkLst>
            <pc:docMk/>
            <pc:sldMk cId="2651058474" sldId="268"/>
            <ac:spMk id="3" creationId="{F53DC08D-8457-0839-8C25-A7C068F9359E}"/>
          </ac:spMkLst>
        </pc:spChg>
        <pc:spChg chg="mod">
          <ac:chgData name="2011011 - Pritom Majumder" userId="55e6a8d5-ac58-43f4-b8fa-0b00d2d01bc8" providerId="ADAL" clId="{AA4F784F-FDD6-4203-A9D6-CE022B887B75}" dt="2026-06-11T04:49:34.774" v="4798" actId="1076"/>
          <ac:spMkLst>
            <pc:docMk/>
            <pc:sldMk cId="2651058474" sldId="268"/>
            <ac:spMk id="4" creationId="{3E2F8EAF-D9DE-9FD3-ED83-7032E7D7FC06}"/>
          </ac:spMkLst>
        </pc:spChg>
        <pc:spChg chg="del">
          <ac:chgData name="2011011 - Pritom Majumder" userId="55e6a8d5-ac58-43f4-b8fa-0b00d2d01bc8" providerId="ADAL" clId="{AA4F784F-FDD6-4203-A9D6-CE022B887B75}" dt="2026-06-11T04:46:27.092" v="4752" actId="478"/>
          <ac:spMkLst>
            <pc:docMk/>
            <pc:sldMk cId="2651058474" sldId="268"/>
            <ac:spMk id="5" creationId="{0EA6679F-0290-515C-BB0F-947C10AC81E4}"/>
          </ac:spMkLst>
        </pc:spChg>
        <pc:spChg chg="mod">
          <ac:chgData name="2011011 - Pritom Majumder" userId="55e6a8d5-ac58-43f4-b8fa-0b00d2d01bc8" providerId="ADAL" clId="{AA4F784F-FDD6-4203-A9D6-CE022B887B75}" dt="2026-06-11T05:26:14.652" v="5093" actId="255"/>
          <ac:spMkLst>
            <pc:docMk/>
            <pc:sldMk cId="2651058474" sldId="268"/>
            <ac:spMk id="6" creationId="{381D8A57-68C7-1BAD-CE79-017C9801599D}"/>
          </ac:spMkLst>
        </pc:spChg>
        <pc:spChg chg="add del mod">
          <ac:chgData name="2011011 - Pritom Majumder" userId="55e6a8d5-ac58-43f4-b8fa-0b00d2d01bc8" providerId="ADAL" clId="{AA4F784F-FDD6-4203-A9D6-CE022B887B75}" dt="2026-06-11T04:46:28.606" v="4753" actId="478"/>
          <ac:spMkLst>
            <pc:docMk/>
            <pc:sldMk cId="2651058474" sldId="268"/>
            <ac:spMk id="8" creationId="{C6FA7B65-5E27-672E-A620-390520436424}"/>
          </ac:spMkLst>
        </pc:spChg>
        <pc:spChg chg="add mod">
          <ac:chgData name="2011011 - Pritom Majumder" userId="55e6a8d5-ac58-43f4-b8fa-0b00d2d01bc8" providerId="ADAL" clId="{AA4F784F-FDD6-4203-A9D6-CE022B887B75}" dt="2026-06-11T04:48:32.587" v="4788" actId="20577"/>
          <ac:spMkLst>
            <pc:docMk/>
            <pc:sldMk cId="2651058474" sldId="268"/>
            <ac:spMk id="10" creationId="{3B01ECCE-32BB-090C-F2C3-D08EA136C3A0}"/>
          </ac:spMkLst>
        </pc:spChg>
        <pc:spChg chg="add mod">
          <ac:chgData name="2011011 - Pritom Majumder" userId="55e6a8d5-ac58-43f4-b8fa-0b00d2d01bc8" providerId="ADAL" clId="{AA4F784F-FDD6-4203-A9D6-CE022B887B75}" dt="2026-06-12T13:36:48.574" v="5768" actId="20577"/>
          <ac:spMkLst>
            <pc:docMk/>
            <pc:sldMk cId="2651058474" sldId="268"/>
            <ac:spMk id="12" creationId="{1AA205DC-06C4-8989-CDC0-26AC15A61748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11T05:11:26.267" v="4979" actId="113"/>
          <ac:graphicFrameMkLst>
            <pc:docMk/>
            <pc:sldMk cId="2651058474" sldId="268"/>
            <ac:graphicFrameMk id="13" creationId="{9739D62D-E32B-1295-85B7-2A722774B29F}"/>
          </ac:graphicFrameMkLst>
        </pc:graphicFrameChg>
      </pc:sldChg>
      <pc:sldChg chg="addSp delSp modSp mod">
        <pc:chgData name="2011011 - Pritom Majumder" userId="55e6a8d5-ac58-43f4-b8fa-0b00d2d01bc8" providerId="ADAL" clId="{AA4F784F-FDD6-4203-A9D6-CE022B887B75}" dt="2026-06-11T08:19:46.103" v="5271" actId="14100"/>
        <pc:sldMkLst>
          <pc:docMk/>
          <pc:sldMk cId="4182614578" sldId="2767"/>
        </pc:sldMkLst>
        <pc:spChg chg="mod">
          <ac:chgData name="2011011 - Pritom Majumder" userId="55e6a8d5-ac58-43f4-b8fa-0b00d2d01bc8" providerId="ADAL" clId="{AA4F784F-FDD6-4203-A9D6-CE022B887B75}" dt="2026-06-11T07:54:00.797" v="5149" actId="1076"/>
          <ac:spMkLst>
            <pc:docMk/>
            <pc:sldMk cId="4182614578" sldId="2767"/>
            <ac:spMk id="2" creationId="{900A38E9-D21E-DE68-38AC-F56AEA15B379}"/>
          </ac:spMkLst>
        </pc:spChg>
        <pc:spChg chg="mod">
          <ac:chgData name="2011011 - Pritom Majumder" userId="55e6a8d5-ac58-43f4-b8fa-0b00d2d01bc8" providerId="ADAL" clId="{AA4F784F-FDD6-4203-A9D6-CE022B887B75}" dt="2026-06-11T08:19:46.103" v="5271" actId="14100"/>
          <ac:spMkLst>
            <pc:docMk/>
            <pc:sldMk cId="4182614578" sldId="2767"/>
            <ac:spMk id="3" creationId="{7604D864-A6BD-C75F-9B88-BAB58775ABDD}"/>
          </ac:spMkLst>
        </pc:spChg>
        <pc:spChg chg="add mod">
          <ac:chgData name="2011011 - Pritom Majumder" userId="55e6a8d5-ac58-43f4-b8fa-0b00d2d01bc8" providerId="ADAL" clId="{AA4F784F-FDD6-4203-A9D6-CE022B887B75}" dt="2026-06-11T07:53:15.738" v="5139" actId="1076"/>
          <ac:spMkLst>
            <pc:docMk/>
            <pc:sldMk cId="4182614578" sldId="2767"/>
            <ac:spMk id="5" creationId="{AD605B91-33ED-2992-F362-ED0035C745AD}"/>
          </ac:spMkLst>
        </pc:spChg>
        <pc:spChg chg="del">
          <ac:chgData name="2011011 - Pritom Majumder" userId="55e6a8d5-ac58-43f4-b8fa-0b00d2d01bc8" providerId="ADAL" clId="{AA4F784F-FDD6-4203-A9D6-CE022B887B75}" dt="2026-06-11T05:20:05.133" v="4982" actId="478"/>
          <ac:spMkLst>
            <pc:docMk/>
            <pc:sldMk cId="4182614578" sldId="2767"/>
            <ac:spMk id="11" creationId="{3B60C5C2-A596-7FEB-7260-D4D75F7F7904}"/>
          </ac:spMkLst>
        </pc:spChg>
        <pc:spChg chg="del mod">
          <ac:chgData name="2011011 - Pritom Majumder" userId="55e6a8d5-ac58-43f4-b8fa-0b00d2d01bc8" providerId="ADAL" clId="{AA4F784F-FDD6-4203-A9D6-CE022B887B75}" dt="2026-06-11T05:20:01.631" v="4981" actId="478"/>
          <ac:spMkLst>
            <pc:docMk/>
            <pc:sldMk cId="4182614578" sldId="2767"/>
            <ac:spMk id="13" creationId="{6247F861-42CF-FE05-F8FD-7EBB0D76F029}"/>
          </ac:spMkLst>
        </pc:spChg>
      </pc:sldChg>
      <pc:sldChg chg="addSp delSp modSp new mod">
        <pc:chgData name="2011011 - Pritom Majumder" userId="55e6a8d5-ac58-43f4-b8fa-0b00d2d01bc8" providerId="ADAL" clId="{AA4F784F-FDD6-4203-A9D6-CE022B887B75}" dt="2026-06-11T05:20:16.474" v="4984" actId="478"/>
        <pc:sldMkLst>
          <pc:docMk/>
          <pc:sldMk cId="2863999841" sldId="2768"/>
        </pc:sldMkLst>
        <pc:spChg chg="mod">
          <ac:chgData name="2011011 - Pritom Majumder" userId="55e6a8d5-ac58-43f4-b8fa-0b00d2d01bc8" providerId="ADAL" clId="{AA4F784F-FDD6-4203-A9D6-CE022B887B75}" dt="2026-06-07T13:24:33.297" v="2165" actId="20577"/>
          <ac:spMkLst>
            <pc:docMk/>
            <pc:sldMk cId="2863999841" sldId="2768"/>
            <ac:spMk id="2" creationId="{7A298E75-E062-C76C-A66A-05F0BD2023D8}"/>
          </ac:spMkLst>
        </pc:spChg>
        <pc:spChg chg="del">
          <ac:chgData name="2011011 - Pritom Majumder" userId="55e6a8d5-ac58-43f4-b8fa-0b00d2d01bc8" providerId="ADAL" clId="{AA4F784F-FDD6-4203-A9D6-CE022B887B75}" dt="2026-06-11T05:20:16.474" v="4984" actId="478"/>
          <ac:spMkLst>
            <pc:docMk/>
            <pc:sldMk cId="2863999841" sldId="2768"/>
            <ac:spMk id="4" creationId="{4130E7F2-007E-8968-FD7D-9301746D8FD1}"/>
          </ac:spMkLst>
        </pc:spChg>
        <pc:spChg chg="mod">
          <ac:chgData name="2011011 - Pritom Majumder" userId="55e6a8d5-ac58-43f4-b8fa-0b00d2d01bc8" providerId="ADAL" clId="{AA4F784F-FDD6-4203-A9D6-CE022B887B75}" dt="2026-06-06T14:55:20.372" v="377" actId="255"/>
          <ac:spMkLst>
            <pc:docMk/>
            <pc:sldMk cId="2863999841" sldId="2768"/>
            <ac:spMk id="6" creationId="{D6423023-2343-1FA3-907E-DA9D7821D142}"/>
          </ac:spMkLst>
        </pc:spChg>
        <pc:spChg chg="add mod">
          <ac:chgData name="2011011 - Pritom Majumder" userId="55e6a8d5-ac58-43f4-b8fa-0b00d2d01bc8" providerId="ADAL" clId="{AA4F784F-FDD6-4203-A9D6-CE022B887B75}" dt="2026-06-06T13:53:45.279" v="249" actId="1076"/>
          <ac:spMkLst>
            <pc:docMk/>
            <pc:sldMk cId="2863999841" sldId="2768"/>
            <ac:spMk id="7" creationId="{7ADAF8C6-AC10-536E-5742-5B6E8793A51D}"/>
          </ac:spMkLst>
        </pc:spChg>
        <pc:spChg chg="add mod">
          <ac:chgData name="2011011 - Pritom Majumder" userId="55e6a8d5-ac58-43f4-b8fa-0b00d2d01bc8" providerId="ADAL" clId="{AA4F784F-FDD6-4203-A9D6-CE022B887B75}" dt="2026-06-06T16:21:58.642" v="408" actId="58"/>
          <ac:spMkLst>
            <pc:docMk/>
            <pc:sldMk cId="2863999841" sldId="2768"/>
            <ac:spMk id="11" creationId="{04D711D0-E5DB-7D3F-B7D9-E4BEE5A5D48B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06T14:55:07.067" v="374" actId="1076"/>
          <ac:graphicFrameMkLst>
            <pc:docMk/>
            <pc:sldMk cId="2863999841" sldId="2768"/>
            <ac:graphicFrameMk id="8" creationId="{5A65F051-6355-2D2B-9F01-6B6230673AC0}"/>
          </ac:graphicFrameMkLst>
        </pc:graphicFrameChg>
        <pc:picChg chg="add mod">
          <ac:chgData name="2011011 - Pritom Majumder" userId="55e6a8d5-ac58-43f4-b8fa-0b00d2d01bc8" providerId="ADAL" clId="{AA4F784F-FDD6-4203-A9D6-CE022B887B75}" dt="2026-06-06T16:19:08.017" v="383" actId="1076"/>
          <ac:picMkLst>
            <pc:docMk/>
            <pc:sldMk cId="2863999841" sldId="2768"/>
            <ac:picMk id="10" creationId="{13D364E5-032A-8329-1D19-34DA6F90D13E}"/>
          </ac:picMkLst>
        </pc:picChg>
      </pc:sldChg>
      <pc:sldChg chg="addSp delSp modSp add mod modAnim">
        <pc:chgData name="2011011 - Pritom Majumder" userId="55e6a8d5-ac58-43f4-b8fa-0b00d2d01bc8" providerId="ADAL" clId="{AA4F784F-FDD6-4203-A9D6-CE022B887B75}" dt="2026-06-11T05:20:51.893" v="4992" actId="2711"/>
        <pc:sldMkLst>
          <pc:docMk/>
          <pc:sldMk cId="1867757231" sldId="2769"/>
        </pc:sldMkLst>
        <pc:spChg chg="mod">
          <ac:chgData name="2011011 - Pritom Majumder" userId="55e6a8d5-ac58-43f4-b8fa-0b00d2d01bc8" providerId="ADAL" clId="{AA4F784F-FDD6-4203-A9D6-CE022B887B75}" dt="2026-06-07T13:24:44.420" v="2169" actId="20577"/>
          <ac:spMkLst>
            <pc:docMk/>
            <pc:sldMk cId="1867757231" sldId="2769"/>
            <ac:spMk id="2" creationId="{1DEC4113-FF2E-E16D-9678-F5C16A4F2BF8}"/>
          </ac:spMkLst>
        </pc:spChg>
        <pc:spChg chg="del">
          <ac:chgData name="2011011 - Pritom Majumder" userId="55e6a8d5-ac58-43f4-b8fa-0b00d2d01bc8" providerId="ADAL" clId="{AA4F784F-FDD6-4203-A9D6-CE022B887B75}" dt="2026-06-11T05:20:34.290" v="4988" actId="478"/>
          <ac:spMkLst>
            <pc:docMk/>
            <pc:sldMk cId="1867757231" sldId="2769"/>
            <ac:spMk id="4" creationId="{F6E9F964-2035-A4D0-D580-58C9126451A9}"/>
          </ac:spMkLst>
        </pc:spChg>
        <pc:spChg chg="del">
          <ac:chgData name="2011011 - Pritom Majumder" userId="55e6a8d5-ac58-43f4-b8fa-0b00d2d01bc8" providerId="ADAL" clId="{AA4F784F-FDD6-4203-A9D6-CE022B887B75}" dt="2026-06-11T05:20:36.852" v="4989" actId="478"/>
          <ac:spMkLst>
            <pc:docMk/>
            <pc:sldMk cId="1867757231" sldId="2769"/>
            <ac:spMk id="5" creationId="{82E3E552-56A5-FD23-C2C1-2466F7DE5CEC}"/>
          </ac:spMkLst>
        </pc:spChg>
        <pc:spChg chg="mod">
          <ac:chgData name="2011011 - Pritom Majumder" userId="55e6a8d5-ac58-43f4-b8fa-0b00d2d01bc8" providerId="ADAL" clId="{AA4F784F-FDD6-4203-A9D6-CE022B887B75}" dt="2026-06-11T05:20:51.893" v="4992" actId="2711"/>
          <ac:spMkLst>
            <pc:docMk/>
            <pc:sldMk cId="1867757231" sldId="2769"/>
            <ac:spMk id="6" creationId="{BFA40DD2-E392-D46D-4E88-262812B706A8}"/>
          </ac:spMkLst>
        </pc:spChg>
        <pc:spChg chg="mod">
          <ac:chgData name="2011011 - Pritom Majumder" userId="55e6a8d5-ac58-43f4-b8fa-0b00d2d01bc8" providerId="ADAL" clId="{AA4F784F-FDD6-4203-A9D6-CE022B887B75}" dt="2026-06-07T06:20:37.294" v="466"/>
          <ac:spMkLst>
            <pc:docMk/>
            <pc:sldMk cId="1867757231" sldId="2769"/>
            <ac:spMk id="7" creationId="{65D42783-D5E9-D412-9B38-4FCE72110D1E}"/>
          </ac:spMkLst>
        </pc:spChg>
        <pc:spChg chg="add mod">
          <ac:chgData name="2011011 - Pritom Majumder" userId="55e6a8d5-ac58-43f4-b8fa-0b00d2d01bc8" providerId="ADAL" clId="{AA4F784F-FDD6-4203-A9D6-CE022B887B75}" dt="2026-06-07T06:52:39.569" v="501" actId="1076"/>
          <ac:spMkLst>
            <pc:docMk/>
            <pc:sldMk cId="1867757231" sldId="2769"/>
            <ac:spMk id="8" creationId="{24ED5B77-2B62-890D-C5BF-F2854118E5BF}"/>
          </ac:spMkLst>
        </pc:spChg>
        <pc:spChg chg="add mod">
          <ac:chgData name="2011011 - Pritom Majumder" userId="55e6a8d5-ac58-43f4-b8fa-0b00d2d01bc8" providerId="ADAL" clId="{AA4F784F-FDD6-4203-A9D6-CE022B887B75}" dt="2026-06-07T06:22:19" v="473" actId="1076"/>
          <ac:spMkLst>
            <pc:docMk/>
            <pc:sldMk cId="1867757231" sldId="2769"/>
            <ac:spMk id="10" creationId="{6D762476-39F7-44F0-E5BA-97CAF9CF3042}"/>
          </ac:spMkLst>
        </pc:spChg>
        <pc:spChg chg="add mod">
          <ac:chgData name="2011011 - Pritom Majumder" userId="55e6a8d5-ac58-43f4-b8fa-0b00d2d01bc8" providerId="ADAL" clId="{AA4F784F-FDD6-4203-A9D6-CE022B887B75}" dt="2026-06-07T09:06:01.048" v="662" actId="123"/>
          <ac:spMkLst>
            <pc:docMk/>
            <pc:sldMk cId="1867757231" sldId="2769"/>
            <ac:spMk id="14" creationId="{7E1274F3-794C-69D4-F667-05E6D7D8CE9F}"/>
          </ac:spMkLst>
        </pc:spChg>
        <pc:picChg chg="add mod">
          <ac:chgData name="2011011 - Pritom Majumder" userId="55e6a8d5-ac58-43f4-b8fa-0b00d2d01bc8" providerId="ADAL" clId="{AA4F784F-FDD6-4203-A9D6-CE022B887B75}" dt="2026-06-08T15:43:27.219" v="3088" actId="14100"/>
          <ac:picMkLst>
            <pc:docMk/>
            <pc:sldMk cId="1867757231" sldId="2769"/>
            <ac:picMk id="13" creationId="{2052BF62-D093-B83E-0276-DD7104D4B5AC}"/>
          </ac:picMkLst>
        </pc:picChg>
      </pc:sldChg>
      <pc:sldChg chg="addSp delSp modSp add mod modTransition modAnim">
        <pc:chgData name="2011011 - Pritom Majumder" userId="55e6a8d5-ac58-43f4-b8fa-0b00d2d01bc8" providerId="ADAL" clId="{AA4F784F-FDD6-4203-A9D6-CE022B887B75}" dt="2026-06-11T05:20:29.921" v="4987" actId="478"/>
        <pc:sldMkLst>
          <pc:docMk/>
          <pc:sldMk cId="4097466436" sldId="2770"/>
        </pc:sldMkLst>
        <pc:spChg chg="mod">
          <ac:chgData name="2011011 - Pritom Majumder" userId="55e6a8d5-ac58-43f4-b8fa-0b00d2d01bc8" providerId="ADAL" clId="{AA4F784F-FDD6-4203-A9D6-CE022B887B75}" dt="2026-06-07T13:24:39.558" v="2167" actId="20577"/>
          <ac:spMkLst>
            <pc:docMk/>
            <pc:sldMk cId="4097466436" sldId="2770"/>
            <ac:spMk id="2" creationId="{C74E66B2-65AC-53D0-931D-65E28ABA369B}"/>
          </ac:spMkLst>
        </pc:spChg>
        <pc:spChg chg="del">
          <ac:chgData name="2011011 - Pritom Majumder" userId="55e6a8d5-ac58-43f4-b8fa-0b00d2d01bc8" providerId="ADAL" clId="{AA4F784F-FDD6-4203-A9D6-CE022B887B75}" dt="2026-06-11T05:20:29.921" v="4987" actId="478"/>
          <ac:spMkLst>
            <pc:docMk/>
            <pc:sldMk cId="4097466436" sldId="2770"/>
            <ac:spMk id="4" creationId="{C20314F4-6DA3-8E7B-1F03-7CBA1E741796}"/>
          </ac:spMkLst>
        </pc:spChg>
        <pc:spChg chg="del mod">
          <ac:chgData name="2011011 - Pritom Majumder" userId="55e6a8d5-ac58-43f4-b8fa-0b00d2d01bc8" providerId="ADAL" clId="{AA4F784F-FDD6-4203-A9D6-CE022B887B75}" dt="2026-06-11T05:20:24.005" v="4986" actId="478"/>
          <ac:spMkLst>
            <pc:docMk/>
            <pc:sldMk cId="4097466436" sldId="2770"/>
            <ac:spMk id="5" creationId="{C905645B-BCB7-4FB3-F6A5-C482985E4EE7}"/>
          </ac:spMkLst>
        </pc:spChg>
        <pc:spChg chg="mod">
          <ac:chgData name="2011011 - Pritom Majumder" userId="55e6a8d5-ac58-43f4-b8fa-0b00d2d01bc8" providerId="ADAL" clId="{AA4F784F-FDD6-4203-A9D6-CE022B887B75}" dt="2026-06-06T14:55:30.490" v="379" actId="2711"/>
          <ac:spMkLst>
            <pc:docMk/>
            <pc:sldMk cId="4097466436" sldId="2770"/>
            <ac:spMk id="6" creationId="{57E7CA6A-435F-FAA0-BCD2-4B12EB346DEE}"/>
          </ac:spMkLst>
        </pc:spChg>
        <pc:spChg chg="add mod">
          <ac:chgData name="2011011 - Pritom Majumder" userId="55e6a8d5-ac58-43f4-b8fa-0b00d2d01bc8" providerId="ADAL" clId="{AA4F784F-FDD6-4203-A9D6-CE022B887B75}" dt="2026-06-06T14:51:17.597" v="354" actId="1582"/>
          <ac:spMkLst>
            <pc:docMk/>
            <pc:sldMk cId="4097466436" sldId="2770"/>
            <ac:spMk id="10" creationId="{9343292A-E84B-026A-146C-6F196C3DE26B}"/>
          </ac:spMkLst>
        </pc:spChg>
        <pc:spChg chg="add mod">
          <ac:chgData name="2011011 - Pritom Majumder" userId="55e6a8d5-ac58-43f4-b8fa-0b00d2d01bc8" providerId="ADAL" clId="{AA4F784F-FDD6-4203-A9D6-CE022B887B75}" dt="2026-06-06T14:52:22.643" v="362" actId="207"/>
          <ac:spMkLst>
            <pc:docMk/>
            <pc:sldMk cId="4097466436" sldId="2770"/>
            <ac:spMk id="12" creationId="{B92EB32A-2244-D966-3A42-5FE46BAFE896}"/>
          </ac:spMkLst>
        </pc:spChg>
        <pc:spChg chg="add mod">
          <ac:chgData name="2011011 - Pritom Majumder" userId="55e6a8d5-ac58-43f4-b8fa-0b00d2d01bc8" providerId="ADAL" clId="{AA4F784F-FDD6-4203-A9D6-CE022B887B75}" dt="2026-06-07T09:06:09.236" v="663" actId="123"/>
          <ac:spMkLst>
            <pc:docMk/>
            <pc:sldMk cId="4097466436" sldId="2770"/>
            <ac:spMk id="14" creationId="{A0ABE603-6137-8A78-0890-2FF0C6C2A531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06T14:47:37.086" v="342" actId="1076"/>
          <ac:graphicFrameMkLst>
            <pc:docMk/>
            <pc:sldMk cId="4097466436" sldId="2770"/>
            <ac:graphicFrameMk id="3" creationId="{530C472E-36A3-3482-A930-28FC56BD3872}"/>
          </ac:graphicFrameMkLst>
        </pc:graphicFrameChg>
      </pc:sldChg>
      <pc:sldChg chg="addSp delSp modSp add mod">
        <pc:chgData name="2011011 - Pritom Majumder" userId="55e6a8d5-ac58-43f4-b8fa-0b00d2d01bc8" providerId="ADAL" clId="{AA4F784F-FDD6-4203-A9D6-CE022B887B75}" dt="2026-06-11T05:26:39.415" v="5102" actId="2711"/>
        <pc:sldMkLst>
          <pc:docMk/>
          <pc:sldMk cId="92031066" sldId="2771"/>
        </pc:sldMkLst>
        <pc:spChg chg="del">
          <ac:chgData name="2011011 - Pritom Majumder" userId="55e6a8d5-ac58-43f4-b8fa-0b00d2d01bc8" providerId="ADAL" clId="{AA4F784F-FDD6-4203-A9D6-CE022B887B75}" dt="2026-06-11T05:26:31.158" v="5099" actId="478"/>
          <ac:spMkLst>
            <pc:docMk/>
            <pc:sldMk cId="92031066" sldId="2771"/>
            <ac:spMk id="2" creationId="{DAB83A30-CCD0-1336-C2DF-46501678445F}"/>
          </ac:spMkLst>
        </pc:spChg>
        <pc:spChg chg="del">
          <ac:chgData name="2011011 - Pritom Majumder" userId="55e6a8d5-ac58-43f4-b8fa-0b00d2d01bc8" providerId="ADAL" clId="{AA4F784F-FDD6-4203-A9D6-CE022B887B75}" dt="2026-06-11T05:26:33.721" v="5100" actId="478"/>
          <ac:spMkLst>
            <pc:docMk/>
            <pc:sldMk cId="92031066" sldId="2771"/>
            <ac:spMk id="3" creationId="{AA46BC8B-0418-4DF7-ED6C-57C5CE13653E}"/>
          </ac:spMkLst>
        </pc:spChg>
        <pc:spChg chg="mod">
          <ac:chgData name="2011011 - Pritom Majumder" userId="55e6a8d5-ac58-43f4-b8fa-0b00d2d01bc8" providerId="ADAL" clId="{AA4F784F-FDD6-4203-A9D6-CE022B887B75}" dt="2026-06-11T05:26:39.415" v="5102" actId="2711"/>
          <ac:spMkLst>
            <pc:docMk/>
            <pc:sldMk cId="92031066" sldId="2771"/>
            <ac:spMk id="6" creationId="{BE48D1B4-6E16-0C84-19A5-24A97C564197}"/>
          </ac:spMkLst>
        </pc:spChg>
        <pc:spChg chg="add mod">
          <ac:chgData name="2011011 - Pritom Majumder" userId="55e6a8d5-ac58-43f4-b8fa-0b00d2d01bc8" providerId="ADAL" clId="{AA4F784F-FDD6-4203-A9D6-CE022B887B75}" dt="2026-06-06T16:23:42.528" v="428" actId="1076"/>
          <ac:spMkLst>
            <pc:docMk/>
            <pc:sldMk cId="92031066" sldId="2771"/>
            <ac:spMk id="10" creationId="{09C8E609-0280-88F0-F4DA-64C792E4EA8E}"/>
          </ac:spMkLst>
        </pc:spChg>
        <pc:spChg chg="add mod">
          <ac:chgData name="2011011 - Pritom Majumder" userId="55e6a8d5-ac58-43f4-b8fa-0b00d2d01bc8" providerId="ADAL" clId="{AA4F784F-FDD6-4203-A9D6-CE022B887B75}" dt="2026-06-07T19:43:13.843" v="2324" actId="20577"/>
          <ac:spMkLst>
            <pc:docMk/>
            <pc:sldMk cId="92031066" sldId="2771"/>
            <ac:spMk id="11" creationId="{65879D47-4AE7-9238-B7DC-E165280FB7FC}"/>
          </ac:spMkLst>
        </pc:spChg>
      </pc:sldChg>
      <pc:sldChg chg="addSp delSp modSp add mod delAnim modAnim">
        <pc:chgData name="2011011 - Pritom Majumder" userId="55e6a8d5-ac58-43f4-b8fa-0b00d2d01bc8" providerId="ADAL" clId="{AA4F784F-FDD6-4203-A9D6-CE022B887B75}" dt="2026-06-12T13:30:04.087" v="5729" actId="20577"/>
        <pc:sldMkLst>
          <pc:docMk/>
          <pc:sldMk cId="2821445876" sldId="2772"/>
        </pc:sldMkLst>
        <pc:spChg chg="mod">
          <ac:chgData name="2011011 - Pritom Majumder" userId="55e6a8d5-ac58-43f4-b8fa-0b00d2d01bc8" providerId="ADAL" clId="{AA4F784F-FDD6-4203-A9D6-CE022B887B75}" dt="2026-06-07T13:24:50.433" v="2171" actId="20577"/>
          <ac:spMkLst>
            <pc:docMk/>
            <pc:sldMk cId="2821445876" sldId="2772"/>
            <ac:spMk id="2" creationId="{8B9D7C04-ECAB-132B-71E7-E25DEB463459}"/>
          </ac:spMkLst>
        </pc:spChg>
        <pc:spChg chg="del">
          <ac:chgData name="2011011 - Pritom Majumder" userId="55e6a8d5-ac58-43f4-b8fa-0b00d2d01bc8" providerId="ADAL" clId="{AA4F784F-FDD6-4203-A9D6-CE022B887B75}" dt="2026-06-11T05:20:59.824" v="4994" actId="478"/>
          <ac:spMkLst>
            <pc:docMk/>
            <pc:sldMk cId="2821445876" sldId="2772"/>
            <ac:spMk id="4" creationId="{E1446439-BAE3-B324-A3CD-F94097DF4ACB}"/>
          </ac:spMkLst>
        </pc:spChg>
        <pc:spChg chg="del">
          <ac:chgData name="2011011 - Pritom Majumder" userId="55e6a8d5-ac58-43f4-b8fa-0b00d2d01bc8" providerId="ADAL" clId="{AA4F784F-FDD6-4203-A9D6-CE022B887B75}" dt="2026-06-11T05:20:57.865" v="4993" actId="478"/>
          <ac:spMkLst>
            <pc:docMk/>
            <pc:sldMk cId="2821445876" sldId="2772"/>
            <ac:spMk id="5" creationId="{68042DC4-5EAA-D905-6098-0340D75498BF}"/>
          </ac:spMkLst>
        </pc:spChg>
        <pc:spChg chg="mod">
          <ac:chgData name="2011011 - Pritom Majumder" userId="55e6a8d5-ac58-43f4-b8fa-0b00d2d01bc8" providerId="ADAL" clId="{AA4F784F-FDD6-4203-A9D6-CE022B887B75}" dt="2026-06-11T05:21:09.455" v="4996" actId="2711"/>
          <ac:spMkLst>
            <pc:docMk/>
            <pc:sldMk cId="2821445876" sldId="2772"/>
            <ac:spMk id="6" creationId="{54BB1F01-C5C4-7DC6-97A1-B60DD061109E}"/>
          </ac:spMkLst>
        </pc:spChg>
        <pc:spChg chg="mod">
          <ac:chgData name="2011011 - Pritom Majumder" userId="55e6a8d5-ac58-43f4-b8fa-0b00d2d01bc8" providerId="ADAL" clId="{AA4F784F-FDD6-4203-A9D6-CE022B887B75}" dt="2026-06-07T06:32:27.575" v="477" actId="207"/>
          <ac:spMkLst>
            <pc:docMk/>
            <pc:sldMk cId="2821445876" sldId="2772"/>
            <ac:spMk id="10" creationId="{89264F90-DC56-E915-AB60-4C139CCDD726}"/>
          </ac:spMkLst>
        </pc:spChg>
        <pc:spChg chg="mod">
          <ac:chgData name="2011011 - Pritom Majumder" userId="55e6a8d5-ac58-43f4-b8fa-0b00d2d01bc8" providerId="ADAL" clId="{AA4F784F-FDD6-4203-A9D6-CE022B887B75}" dt="2026-06-07T07:11:31.050" v="625" actId="20577"/>
          <ac:spMkLst>
            <pc:docMk/>
            <pc:sldMk cId="2821445876" sldId="2772"/>
            <ac:spMk id="20" creationId="{5D8D7521-02C2-DB06-5D6A-B10BE4A1E9F2}"/>
          </ac:spMkLst>
        </pc:spChg>
        <pc:spChg chg="mod">
          <ac:chgData name="2011011 - Pritom Majumder" userId="55e6a8d5-ac58-43f4-b8fa-0b00d2d01bc8" providerId="ADAL" clId="{AA4F784F-FDD6-4203-A9D6-CE022B887B75}" dt="2026-06-07T07:05:52.955" v="572" actId="2711"/>
          <ac:spMkLst>
            <pc:docMk/>
            <pc:sldMk cId="2821445876" sldId="2772"/>
            <ac:spMk id="21" creationId="{1A8E1F5A-6D17-326D-1308-7FFA239711EB}"/>
          </ac:spMkLst>
        </pc:spChg>
        <pc:spChg chg="mod">
          <ac:chgData name="2011011 - Pritom Majumder" userId="55e6a8d5-ac58-43f4-b8fa-0b00d2d01bc8" providerId="ADAL" clId="{AA4F784F-FDD6-4203-A9D6-CE022B887B75}" dt="2026-06-07T07:05:06.029" v="566" actId="18245"/>
          <ac:spMkLst>
            <pc:docMk/>
            <pc:sldMk cId="2821445876" sldId="2772"/>
            <ac:spMk id="24" creationId="{041C6123-60B6-65BA-115E-E94ECE0450BB}"/>
          </ac:spMkLst>
        </pc:spChg>
        <pc:spChg chg="mod">
          <ac:chgData name="2011011 - Pritom Majumder" userId="55e6a8d5-ac58-43f4-b8fa-0b00d2d01bc8" providerId="ADAL" clId="{AA4F784F-FDD6-4203-A9D6-CE022B887B75}" dt="2026-06-07T07:05:06.029" v="566" actId="18245"/>
          <ac:spMkLst>
            <pc:docMk/>
            <pc:sldMk cId="2821445876" sldId="2772"/>
            <ac:spMk id="26" creationId="{C034FE39-8D42-7126-B49A-126A2A09DF3B}"/>
          </ac:spMkLst>
        </pc:spChg>
        <pc:spChg chg="mod">
          <ac:chgData name="2011011 - Pritom Majumder" userId="55e6a8d5-ac58-43f4-b8fa-0b00d2d01bc8" providerId="ADAL" clId="{AA4F784F-FDD6-4203-A9D6-CE022B887B75}" dt="2026-06-07T07:12:03.431" v="631" actId="2711"/>
          <ac:spMkLst>
            <pc:docMk/>
            <pc:sldMk cId="2821445876" sldId="2772"/>
            <ac:spMk id="29" creationId="{D250D3B2-1A82-FBE4-7D26-2EC1207F4FA1}"/>
          </ac:spMkLst>
        </pc:spChg>
        <pc:spChg chg="mod">
          <ac:chgData name="2011011 - Pritom Majumder" userId="55e6a8d5-ac58-43f4-b8fa-0b00d2d01bc8" providerId="ADAL" clId="{AA4F784F-FDD6-4203-A9D6-CE022B887B75}" dt="2026-06-07T07:05:52.955" v="572" actId="2711"/>
          <ac:spMkLst>
            <pc:docMk/>
            <pc:sldMk cId="2821445876" sldId="2772"/>
            <ac:spMk id="30" creationId="{C124197E-4720-8874-7A7A-D2C076BC8A3C}"/>
          </ac:spMkLst>
        </pc:spChg>
        <pc:spChg chg="mod">
          <ac:chgData name="2011011 - Pritom Majumder" userId="55e6a8d5-ac58-43f4-b8fa-0b00d2d01bc8" providerId="ADAL" clId="{AA4F784F-FDD6-4203-A9D6-CE022B887B75}" dt="2026-06-07T07:05:06.029" v="566" actId="18245"/>
          <ac:spMkLst>
            <pc:docMk/>
            <pc:sldMk cId="2821445876" sldId="2772"/>
            <ac:spMk id="31" creationId="{AF122E37-AD34-45B8-1E59-6C283EC11A02}"/>
          </ac:spMkLst>
        </pc:spChg>
        <pc:spChg chg="mod">
          <ac:chgData name="2011011 - Pritom Majumder" userId="55e6a8d5-ac58-43f4-b8fa-0b00d2d01bc8" providerId="ADAL" clId="{AA4F784F-FDD6-4203-A9D6-CE022B887B75}" dt="2026-06-07T07:05:06.029" v="566" actId="18245"/>
          <ac:spMkLst>
            <pc:docMk/>
            <pc:sldMk cId="2821445876" sldId="2772"/>
            <ac:spMk id="32" creationId="{70C56743-7411-13FB-5C32-8D81C83CB612}"/>
          </ac:spMkLst>
        </pc:spChg>
        <pc:spChg chg="mod">
          <ac:chgData name="2011011 - Pritom Majumder" userId="55e6a8d5-ac58-43f4-b8fa-0b00d2d01bc8" providerId="ADAL" clId="{AA4F784F-FDD6-4203-A9D6-CE022B887B75}" dt="2026-06-07T07:05:06.029" v="566" actId="18245"/>
          <ac:spMkLst>
            <pc:docMk/>
            <pc:sldMk cId="2821445876" sldId="2772"/>
            <ac:spMk id="35" creationId="{9DCD5C5C-E835-EB39-DD15-46F949988791}"/>
          </ac:spMkLst>
        </pc:spChg>
        <pc:spChg chg="mod">
          <ac:chgData name="2011011 - Pritom Majumder" userId="55e6a8d5-ac58-43f4-b8fa-0b00d2d01bc8" providerId="ADAL" clId="{AA4F784F-FDD6-4203-A9D6-CE022B887B75}" dt="2026-06-07T07:05:06.029" v="566" actId="18245"/>
          <ac:spMkLst>
            <pc:docMk/>
            <pc:sldMk cId="2821445876" sldId="2772"/>
            <ac:spMk id="37" creationId="{93BF53CA-4C1E-6CE8-30D9-B52AFFBCF721}"/>
          </ac:spMkLst>
        </pc:spChg>
        <pc:spChg chg="mod">
          <ac:chgData name="2011011 - Pritom Majumder" userId="55e6a8d5-ac58-43f4-b8fa-0b00d2d01bc8" providerId="ADAL" clId="{AA4F784F-FDD6-4203-A9D6-CE022B887B75}" dt="2026-06-07T07:12:12.153" v="634" actId="113"/>
          <ac:spMkLst>
            <pc:docMk/>
            <pc:sldMk cId="2821445876" sldId="2772"/>
            <ac:spMk id="38" creationId="{98066E51-1D1B-CF3C-1962-1CEB50CD245B}"/>
          </ac:spMkLst>
        </pc:spChg>
        <pc:spChg chg="add mod">
          <ac:chgData name="2011011 - Pritom Majumder" userId="55e6a8d5-ac58-43f4-b8fa-0b00d2d01bc8" providerId="ADAL" clId="{AA4F784F-FDD6-4203-A9D6-CE022B887B75}" dt="2026-06-07T07:12:54.271" v="636" actId="207"/>
          <ac:spMkLst>
            <pc:docMk/>
            <pc:sldMk cId="2821445876" sldId="2772"/>
            <ac:spMk id="39" creationId="{B57F6DDC-706D-9864-4B5E-BFA260C1FDD1}"/>
          </ac:spMkLst>
        </pc:spChg>
        <pc:grpChg chg="mod">
          <ac:chgData name="2011011 - Pritom Majumder" userId="55e6a8d5-ac58-43f4-b8fa-0b00d2d01bc8" providerId="ADAL" clId="{AA4F784F-FDD6-4203-A9D6-CE022B887B75}" dt="2026-06-07T07:11:36.765" v="626" actId="14100"/>
          <ac:grpSpMkLst>
            <pc:docMk/>
            <pc:sldMk cId="2821445876" sldId="2772"/>
            <ac:grpSpMk id="11" creationId="{1370B856-9BDD-0090-7A22-2DC1E9014318}"/>
          </ac:grpSpMkLst>
        </pc:grpChg>
        <pc:graphicFrameChg chg="add mod modGraphic">
          <ac:chgData name="2011011 - Pritom Majumder" userId="55e6a8d5-ac58-43f4-b8fa-0b00d2d01bc8" providerId="ADAL" clId="{AA4F784F-FDD6-4203-A9D6-CE022B887B75}" dt="2026-06-12T13:30:04.087" v="5729" actId="20577"/>
          <ac:graphicFrameMkLst>
            <pc:docMk/>
            <pc:sldMk cId="2821445876" sldId="2772"/>
            <ac:graphicFrameMk id="3" creationId="{E57E510B-2893-7902-E9F6-9F97AF46C6A3}"/>
          </ac:graphicFrameMkLst>
        </pc:graphicFrameChg>
      </pc:sldChg>
      <pc:sldChg chg="addSp delSp modSp new mod">
        <pc:chgData name="2011011 - Pritom Majumder" userId="55e6a8d5-ac58-43f4-b8fa-0b00d2d01bc8" providerId="ADAL" clId="{AA4F784F-FDD6-4203-A9D6-CE022B887B75}" dt="2026-06-11T05:21:25.565" v="5002" actId="478"/>
        <pc:sldMkLst>
          <pc:docMk/>
          <pc:sldMk cId="3129552117" sldId="2773"/>
        </pc:sldMkLst>
        <pc:spChg chg="mod">
          <ac:chgData name="2011011 - Pritom Majumder" userId="55e6a8d5-ac58-43f4-b8fa-0b00d2d01bc8" providerId="ADAL" clId="{AA4F784F-FDD6-4203-A9D6-CE022B887B75}" dt="2026-06-07T09:06:30.726" v="666" actId="113"/>
          <ac:spMkLst>
            <pc:docMk/>
            <pc:sldMk cId="3129552117" sldId="2773"/>
            <ac:spMk id="2" creationId="{57CBEC7B-6EF3-04EC-67F3-F80EF3D6362C}"/>
          </ac:spMkLst>
        </pc:spChg>
        <pc:spChg chg="del">
          <ac:chgData name="2011011 - Pritom Majumder" userId="55e6a8d5-ac58-43f4-b8fa-0b00d2d01bc8" providerId="ADAL" clId="{AA4F784F-FDD6-4203-A9D6-CE022B887B75}" dt="2026-06-11T05:21:16.704" v="4998" actId="478"/>
          <ac:spMkLst>
            <pc:docMk/>
            <pc:sldMk cId="3129552117" sldId="2773"/>
            <ac:spMk id="4" creationId="{BBC36401-1CF5-EFAD-9292-190A7BA0AB61}"/>
          </ac:spMkLst>
        </pc:spChg>
        <pc:spChg chg="del">
          <ac:chgData name="2011011 - Pritom Majumder" userId="55e6a8d5-ac58-43f4-b8fa-0b00d2d01bc8" providerId="ADAL" clId="{AA4F784F-FDD6-4203-A9D6-CE022B887B75}" dt="2026-06-11T05:21:14.546" v="4997" actId="478"/>
          <ac:spMkLst>
            <pc:docMk/>
            <pc:sldMk cId="3129552117" sldId="2773"/>
            <ac:spMk id="5" creationId="{FCF7998E-62DC-653A-46BE-DAE06373872D}"/>
          </ac:spMkLst>
        </pc:spChg>
        <pc:spChg chg="add del mod">
          <ac:chgData name="2011011 - Pritom Majumder" userId="55e6a8d5-ac58-43f4-b8fa-0b00d2d01bc8" providerId="ADAL" clId="{AA4F784F-FDD6-4203-A9D6-CE022B887B75}" dt="2026-06-11T05:21:25.565" v="5002" actId="478"/>
          <ac:spMkLst>
            <pc:docMk/>
            <pc:sldMk cId="3129552117" sldId="2773"/>
            <ac:spMk id="6" creationId="{8653364E-E956-6F41-7EF6-FAB28DFBE977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08T15:32:09.932" v="3080" actId="20577"/>
          <ac:graphicFrameMkLst>
            <pc:docMk/>
            <pc:sldMk cId="3129552117" sldId="2773"/>
            <ac:graphicFrameMk id="7" creationId="{C099D419-E80C-54B9-2EBB-183BCB36B460}"/>
          </ac:graphicFrameMkLst>
        </pc:graphicFrameChg>
      </pc:sldChg>
      <pc:sldChg chg="addSp delSp modSp add mod">
        <pc:chgData name="2011011 - Pritom Majumder" userId="55e6a8d5-ac58-43f4-b8fa-0b00d2d01bc8" providerId="ADAL" clId="{AA4F784F-FDD6-4203-A9D6-CE022B887B75}" dt="2026-06-11T05:21:41.058" v="5006" actId="2711"/>
        <pc:sldMkLst>
          <pc:docMk/>
          <pc:sldMk cId="7835976" sldId="2774"/>
        </pc:sldMkLst>
        <pc:spChg chg="del">
          <ac:chgData name="2011011 - Pritom Majumder" userId="55e6a8d5-ac58-43f4-b8fa-0b00d2d01bc8" providerId="ADAL" clId="{AA4F784F-FDD6-4203-A9D6-CE022B887B75}" dt="2026-06-11T05:21:34.364" v="5004" actId="478"/>
          <ac:spMkLst>
            <pc:docMk/>
            <pc:sldMk cId="7835976" sldId="2774"/>
            <ac:spMk id="4" creationId="{F63D0DC4-831B-B59C-EBFD-D99DEC15A866}"/>
          </ac:spMkLst>
        </pc:spChg>
        <pc:spChg chg="del">
          <ac:chgData name="2011011 - Pritom Majumder" userId="55e6a8d5-ac58-43f4-b8fa-0b00d2d01bc8" providerId="ADAL" clId="{AA4F784F-FDD6-4203-A9D6-CE022B887B75}" dt="2026-06-11T05:21:32.260" v="5003" actId="478"/>
          <ac:spMkLst>
            <pc:docMk/>
            <pc:sldMk cId="7835976" sldId="2774"/>
            <ac:spMk id="5" creationId="{D83BEAB7-5F49-7829-B1F1-D9B5BC91C5A0}"/>
          </ac:spMkLst>
        </pc:spChg>
        <pc:spChg chg="mod">
          <ac:chgData name="2011011 - Pritom Majumder" userId="55e6a8d5-ac58-43f4-b8fa-0b00d2d01bc8" providerId="ADAL" clId="{AA4F784F-FDD6-4203-A9D6-CE022B887B75}" dt="2026-06-11T05:21:41.058" v="5006" actId="2711"/>
          <ac:spMkLst>
            <pc:docMk/>
            <pc:sldMk cId="7835976" sldId="2774"/>
            <ac:spMk id="6" creationId="{EE2EE1A0-1BBF-D16F-CEDE-FF9195FD4CB6}"/>
          </ac:spMkLst>
        </pc:spChg>
        <pc:spChg chg="add mod">
          <ac:chgData name="2011011 - Pritom Majumder" userId="55e6a8d5-ac58-43f4-b8fa-0b00d2d01bc8" providerId="ADAL" clId="{AA4F784F-FDD6-4203-A9D6-CE022B887B75}" dt="2026-06-07T09:48:18.648" v="928" actId="20577"/>
          <ac:spMkLst>
            <pc:docMk/>
            <pc:sldMk cId="7835976" sldId="2774"/>
            <ac:spMk id="13" creationId="{F5654A2D-DC08-EDA8-F345-68F57AF0227F}"/>
          </ac:spMkLst>
        </pc:spChg>
        <pc:spChg chg="add mod">
          <ac:chgData name="2011011 - Pritom Majumder" userId="55e6a8d5-ac58-43f4-b8fa-0b00d2d01bc8" providerId="ADAL" clId="{AA4F784F-FDD6-4203-A9D6-CE022B887B75}" dt="2026-06-07T09:50:02.078" v="942" actId="1076"/>
          <ac:spMkLst>
            <pc:docMk/>
            <pc:sldMk cId="7835976" sldId="2774"/>
            <ac:spMk id="16" creationId="{3501B684-831F-3387-11ED-A34B606F3DCD}"/>
          </ac:spMkLst>
        </pc:spChg>
        <pc:picChg chg="add mod">
          <ac:chgData name="2011011 - Pritom Majumder" userId="55e6a8d5-ac58-43f4-b8fa-0b00d2d01bc8" providerId="ADAL" clId="{AA4F784F-FDD6-4203-A9D6-CE022B887B75}" dt="2026-06-07T09:40:36.571" v="901" actId="1076"/>
          <ac:picMkLst>
            <pc:docMk/>
            <pc:sldMk cId="7835976" sldId="2774"/>
            <ac:picMk id="9" creationId="{7BC0E76C-4446-C531-3E86-C9BF6CC6B827}"/>
          </ac:picMkLst>
        </pc:picChg>
        <pc:picChg chg="add mod">
          <ac:chgData name="2011011 - Pritom Majumder" userId="55e6a8d5-ac58-43f4-b8fa-0b00d2d01bc8" providerId="ADAL" clId="{AA4F784F-FDD6-4203-A9D6-CE022B887B75}" dt="2026-06-07T09:40:41.795" v="903" actId="14100"/>
          <ac:picMkLst>
            <pc:docMk/>
            <pc:sldMk cId="7835976" sldId="2774"/>
            <ac:picMk id="11" creationId="{45ED6519-9722-0233-7215-5A180847D543}"/>
          </ac:picMkLst>
        </pc:picChg>
        <pc:cxnChg chg="add mod">
          <ac:chgData name="2011011 - Pritom Majumder" userId="55e6a8d5-ac58-43f4-b8fa-0b00d2d01bc8" providerId="ADAL" clId="{AA4F784F-FDD6-4203-A9D6-CE022B887B75}" dt="2026-06-07T09:43:37.660" v="915" actId="208"/>
          <ac:cxnSpMkLst>
            <pc:docMk/>
            <pc:sldMk cId="7835976" sldId="2774"/>
            <ac:cxnSpMk id="15" creationId="{47CB6A87-9D25-29AA-D993-614DA2C370D2}"/>
          </ac:cxnSpMkLst>
        </pc:cxnChg>
      </pc:sldChg>
      <pc:sldChg chg="addSp delSp modSp add mod">
        <pc:chgData name="2011011 - Pritom Majumder" userId="55e6a8d5-ac58-43f4-b8fa-0b00d2d01bc8" providerId="ADAL" clId="{AA4F784F-FDD6-4203-A9D6-CE022B887B75}" dt="2026-06-11T05:21:58.661" v="5010" actId="478"/>
        <pc:sldMkLst>
          <pc:docMk/>
          <pc:sldMk cId="3572916137" sldId="2775"/>
        </pc:sldMkLst>
        <pc:spChg chg="del">
          <ac:chgData name="2011011 - Pritom Majumder" userId="55e6a8d5-ac58-43f4-b8fa-0b00d2d01bc8" providerId="ADAL" clId="{AA4F784F-FDD6-4203-A9D6-CE022B887B75}" dt="2026-06-11T05:21:58.661" v="5010" actId="478"/>
          <ac:spMkLst>
            <pc:docMk/>
            <pc:sldMk cId="3572916137" sldId="2775"/>
            <ac:spMk id="4" creationId="{B43CCA9D-B5EB-1020-C684-7C3ECBD9E81E}"/>
          </ac:spMkLst>
        </pc:spChg>
        <pc:spChg chg="del">
          <ac:chgData name="2011011 - Pritom Majumder" userId="55e6a8d5-ac58-43f4-b8fa-0b00d2d01bc8" providerId="ADAL" clId="{AA4F784F-FDD6-4203-A9D6-CE022B887B75}" dt="2026-06-11T05:21:47.474" v="5007" actId="478"/>
          <ac:spMkLst>
            <pc:docMk/>
            <pc:sldMk cId="3572916137" sldId="2775"/>
            <ac:spMk id="5" creationId="{F7DA00A8-2248-1500-9989-B6C95DEB1428}"/>
          </ac:spMkLst>
        </pc:spChg>
        <pc:spChg chg="mod">
          <ac:chgData name="2011011 - Pritom Majumder" userId="55e6a8d5-ac58-43f4-b8fa-0b00d2d01bc8" providerId="ADAL" clId="{AA4F784F-FDD6-4203-A9D6-CE022B887B75}" dt="2026-06-11T05:21:54.918" v="5009" actId="2711"/>
          <ac:spMkLst>
            <pc:docMk/>
            <pc:sldMk cId="3572916137" sldId="2775"/>
            <ac:spMk id="6" creationId="{8DF609FC-2A82-A290-5721-9804108D6143}"/>
          </ac:spMkLst>
        </pc:spChg>
        <pc:spChg chg="add mod">
          <ac:chgData name="2011011 - Pritom Majumder" userId="55e6a8d5-ac58-43f4-b8fa-0b00d2d01bc8" providerId="ADAL" clId="{AA4F784F-FDD6-4203-A9D6-CE022B887B75}" dt="2026-06-07T09:58:10.761" v="947" actId="207"/>
          <ac:spMkLst>
            <pc:docMk/>
            <pc:sldMk cId="3572916137" sldId="2775"/>
            <ac:spMk id="8" creationId="{1BCF5C68-E026-055E-0D74-DF75E7BDF3E1}"/>
          </ac:spMkLst>
        </pc:spChg>
        <pc:spChg chg="add mod">
          <ac:chgData name="2011011 - Pritom Majumder" userId="55e6a8d5-ac58-43f4-b8fa-0b00d2d01bc8" providerId="ADAL" clId="{AA4F784F-FDD6-4203-A9D6-CE022B887B75}" dt="2026-06-07T10:00:03.275" v="950" actId="571"/>
          <ac:spMkLst>
            <pc:docMk/>
            <pc:sldMk cId="3572916137" sldId="2775"/>
            <ac:spMk id="14" creationId="{5C6CF8C5-1116-FC16-DC26-914CA0958340}"/>
          </ac:spMkLst>
        </pc:spChg>
        <pc:spChg chg="add mod">
          <ac:chgData name="2011011 - Pritom Majumder" userId="55e6a8d5-ac58-43f4-b8fa-0b00d2d01bc8" providerId="ADAL" clId="{AA4F784F-FDD6-4203-A9D6-CE022B887B75}" dt="2026-06-07T10:01:04.446" v="955" actId="1076"/>
          <ac:spMkLst>
            <pc:docMk/>
            <pc:sldMk cId="3572916137" sldId="2775"/>
            <ac:spMk id="18" creationId="{39F34BD5-7864-159A-A95F-A25FD4E19118}"/>
          </ac:spMkLst>
        </pc:spChg>
        <pc:spChg chg="add mod">
          <ac:chgData name="2011011 - Pritom Majumder" userId="55e6a8d5-ac58-43f4-b8fa-0b00d2d01bc8" providerId="ADAL" clId="{AA4F784F-FDD6-4203-A9D6-CE022B887B75}" dt="2026-06-07T10:01:50.350" v="958" actId="571"/>
          <ac:spMkLst>
            <pc:docMk/>
            <pc:sldMk cId="3572916137" sldId="2775"/>
            <ac:spMk id="21" creationId="{8CC73422-4556-0DFB-CF5F-558913F6B952}"/>
          </ac:spMkLst>
        </pc:spChg>
        <pc:spChg chg="add mod">
          <ac:chgData name="2011011 - Pritom Majumder" userId="55e6a8d5-ac58-43f4-b8fa-0b00d2d01bc8" providerId="ADAL" clId="{AA4F784F-FDD6-4203-A9D6-CE022B887B75}" dt="2026-06-07T10:02:30.809" v="961" actId="571"/>
          <ac:spMkLst>
            <pc:docMk/>
            <pc:sldMk cId="3572916137" sldId="2775"/>
            <ac:spMk id="24" creationId="{B35A91FF-7FA3-CC2A-8B2F-BDB062B50992}"/>
          </ac:spMkLst>
        </pc:spChg>
        <pc:spChg chg="add mod">
          <ac:chgData name="2011011 - Pritom Majumder" userId="55e6a8d5-ac58-43f4-b8fa-0b00d2d01bc8" providerId="ADAL" clId="{AA4F784F-FDD6-4203-A9D6-CE022B887B75}" dt="2026-06-07T10:03:36.524" v="970" actId="1076"/>
          <ac:spMkLst>
            <pc:docMk/>
            <pc:sldMk cId="3572916137" sldId="2775"/>
            <ac:spMk id="29" creationId="{3DB89A41-6691-F9BC-2230-75EDEF2E03DF}"/>
          </ac:spMkLst>
        </pc:spChg>
        <pc:spChg chg="add mod">
          <ac:chgData name="2011011 - Pritom Majumder" userId="55e6a8d5-ac58-43f4-b8fa-0b00d2d01bc8" providerId="ADAL" clId="{AA4F784F-FDD6-4203-A9D6-CE022B887B75}" dt="2026-06-07T10:06:47.172" v="986" actId="208"/>
          <ac:spMkLst>
            <pc:docMk/>
            <pc:sldMk cId="3572916137" sldId="2775"/>
            <ac:spMk id="33" creationId="{8DA041FE-611E-0768-AA06-E5B8F65D1E36}"/>
          </ac:spMkLst>
        </pc:spChg>
        <pc:picChg chg="add mod">
          <ac:chgData name="2011011 - Pritom Majumder" userId="55e6a8d5-ac58-43f4-b8fa-0b00d2d01bc8" providerId="ADAL" clId="{AA4F784F-FDD6-4203-A9D6-CE022B887B75}" dt="2026-06-07T09:57:41.639" v="944" actId="1076"/>
          <ac:picMkLst>
            <pc:docMk/>
            <pc:sldMk cId="3572916137" sldId="2775"/>
            <ac:picMk id="7" creationId="{D11F11A5-FF7A-FE01-0711-D64CCE510D04}"/>
          </ac:picMkLst>
        </pc:picChg>
        <pc:picChg chg="add mod">
          <ac:chgData name="2011011 - Pritom Majumder" userId="55e6a8d5-ac58-43f4-b8fa-0b00d2d01bc8" providerId="ADAL" clId="{AA4F784F-FDD6-4203-A9D6-CE022B887B75}" dt="2026-06-07T09:58:42.839" v="949" actId="1076"/>
          <ac:picMkLst>
            <pc:docMk/>
            <pc:sldMk cId="3572916137" sldId="2775"/>
            <ac:picMk id="12" creationId="{642BD90C-D8A9-13CD-1861-1877733EFB9E}"/>
          </ac:picMkLst>
        </pc:picChg>
        <pc:picChg chg="add mod">
          <ac:chgData name="2011011 - Pritom Majumder" userId="55e6a8d5-ac58-43f4-b8fa-0b00d2d01bc8" providerId="ADAL" clId="{AA4F784F-FDD6-4203-A9D6-CE022B887B75}" dt="2026-06-07T10:00:45.342" v="953" actId="1076"/>
          <ac:picMkLst>
            <pc:docMk/>
            <pc:sldMk cId="3572916137" sldId="2775"/>
            <ac:picMk id="17" creationId="{21B4700F-2E19-F330-ACC9-029007EE884B}"/>
          </ac:picMkLst>
        </pc:picChg>
        <pc:picChg chg="add mod">
          <ac:chgData name="2011011 - Pritom Majumder" userId="55e6a8d5-ac58-43f4-b8fa-0b00d2d01bc8" providerId="ADAL" clId="{AA4F784F-FDD6-4203-A9D6-CE022B887B75}" dt="2026-06-07T10:01:40.013" v="957" actId="1076"/>
          <ac:picMkLst>
            <pc:docMk/>
            <pc:sldMk cId="3572916137" sldId="2775"/>
            <ac:picMk id="20" creationId="{3959240E-ED66-266B-7C38-20C5F5F75FB2}"/>
          </ac:picMkLst>
        </pc:picChg>
        <pc:picChg chg="add mod">
          <ac:chgData name="2011011 - Pritom Majumder" userId="55e6a8d5-ac58-43f4-b8fa-0b00d2d01bc8" providerId="ADAL" clId="{AA4F784F-FDD6-4203-A9D6-CE022B887B75}" dt="2026-06-07T10:02:57.017" v="964" actId="1076"/>
          <ac:picMkLst>
            <pc:docMk/>
            <pc:sldMk cId="3572916137" sldId="2775"/>
            <ac:picMk id="23" creationId="{44F28A6C-2856-57A3-7AEA-454B11AEB5CE}"/>
          </ac:picMkLst>
        </pc:picChg>
        <pc:picChg chg="add mod">
          <ac:chgData name="2011011 - Pritom Majumder" userId="55e6a8d5-ac58-43f4-b8fa-0b00d2d01bc8" providerId="ADAL" clId="{AA4F784F-FDD6-4203-A9D6-CE022B887B75}" dt="2026-06-07T10:02:59.869" v="965" actId="1076"/>
          <ac:picMkLst>
            <pc:docMk/>
            <pc:sldMk cId="3572916137" sldId="2775"/>
            <ac:picMk id="26" creationId="{6822AADD-BC60-F893-62EB-62E67743E315}"/>
          </ac:picMkLst>
        </pc:picChg>
        <pc:picChg chg="add mod">
          <ac:chgData name="2011011 - Pritom Majumder" userId="55e6a8d5-ac58-43f4-b8fa-0b00d2d01bc8" providerId="ADAL" clId="{AA4F784F-FDD6-4203-A9D6-CE022B887B75}" dt="2026-06-07T10:03:21.919" v="967" actId="1076"/>
          <ac:picMkLst>
            <pc:docMk/>
            <pc:sldMk cId="3572916137" sldId="2775"/>
            <ac:picMk id="28" creationId="{90E836D5-68BB-11FB-385E-9C51CBBEC84B}"/>
          </ac:picMkLst>
        </pc:picChg>
        <pc:picChg chg="add mod">
          <ac:chgData name="2011011 - Pritom Majumder" userId="55e6a8d5-ac58-43f4-b8fa-0b00d2d01bc8" providerId="ADAL" clId="{AA4F784F-FDD6-4203-A9D6-CE022B887B75}" dt="2026-06-07T10:04:16.388" v="976" actId="14100"/>
          <ac:picMkLst>
            <pc:docMk/>
            <pc:sldMk cId="3572916137" sldId="2775"/>
            <ac:picMk id="31" creationId="{5BB8E98C-5039-B56A-A6AC-CB0CBCFAD9BE}"/>
          </ac:picMkLst>
        </pc:picChg>
      </pc:sldChg>
      <pc:sldChg chg="addSp delSp modSp add mod">
        <pc:chgData name="2011011 - Pritom Majumder" userId="55e6a8d5-ac58-43f4-b8fa-0b00d2d01bc8" providerId="ADAL" clId="{AA4F784F-FDD6-4203-A9D6-CE022B887B75}" dt="2026-06-11T05:22:38.049" v="5022" actId="2711"/>
        <pc:sldMkLst>
          <pc:docMk/>
          <pc:sldMk cId="1088108898" sldId="2776"/>
        </pc:sldMkLst>
        <pc:spChg chg="mod">
          <ac:chgData name="2011011 - Pritom Majumder" userId="55e6a8d5-ac58-43f4-b8fa-0b00d2d01bc8" providerId="ADAL" clId="{AA4F784F-FDD6-4203-A9D6-CE022B887B75}" dt="2026-06-07T11:06:49.435" v="1002" actId="1076"/>
          <ac:spMkLst>
            <pc:docMk/>
            <pc:sldMk cId="1088108898" sldId="2776"/>
            <ac:spMk id="2" creationId="{3B33F544-1B9A-FE90-0495-9B73FC9AED48}"/>
          </ac:spMkLst>
        </pc:spChg>
        <pc:spChg chg="add mod">
          <ac:chgData name="2011011 - Pritom Majumder" userId="55e6a8d5-ac58-43f4-b8fa-0b00d2d01bc8" providerId="ADAL" clId="{AA4F784F-FDD6-4203-A9D6-CE022B887B75}" dt="2026-06-07T11:11:13.579" v="1039" actId="1076"/>
          <ac:spMkLst>
            <pc:docMk/>
            <pc:sldMk cId="1088108898" sldId="2776"/>
            <ac:spMk id="3" creationId="{01D1A92E-4D60-1CA1-6E6E-F03A42658645}"/>
          </ac:spMkLst>
        </pc:spChg>
        <pc:spChg chg="del">
          <ac:chgData name="2011011 - Pritom Majumder" userId="55e6a8d5-ac58-43f4-b8fa-0b00d2d01bc8" providerId="ADAL" clId="{AA4F784F-FDD6-4203-A9D6-CE022B887B75}" dt="2026-06-11T05:22:31.890" v="5020" actId="478"/>
          <ac:spMkLst>
            <pc:docMk/>
            <pc:sldMk cId="1088108898" sldId="2776"/>
            <ac:spMk id="4" creationId="{796A801F-6000-968D-1CBB-D99CD24870A6}"/>
          </ac:spMkLst>
        </pc:spChg>
        <pc:spChg chg="del">
          <ac:chgData name="2011011 - Pritom Majumder" userId="55e6a8d5-ac58-43f4-b8fa-0b00d2d01bc8" providerId="ADAL" clId="{AA4F784F-FDD6-4203-A9D6-CE022B887B75}" dt="2026-06-11T05:22:28.751" v="5019" actId="478"/>
          <ac:spMkLst>
            <pc:docMk/>
            <pc:sldMk cId="1088108898" sldId="2776"/>
            <ac:spMk id="5" creationId="{83AF437A-7545-1ADB-D649-A51E07C2CBE5}"/>
          </ac:spMkLst>
        </pc:spChg>
        <pc:spChg chg="mod">
          <ac:chgData name="2011011 - Pritom Majumder" userId="55e6a8d5-ac58-43f4-b8fa-0b00d2d01bc8" providerId="ADAL" clId="{AA4F784F-FDD6-4203-A9D6-CE022B887B75}" dt="2026-06-11T05:22:38.049" v="5022" actId="2711"/>
          <ac:spMkLst>
            <pc:docMk/>
            <pc:sldMk cId="1088108898" sldId="2776"/>
            <ac:spMk id="6" creationId="{3D89915A-7239-DDBF-E27F-72A56DDBA39A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07T11:26:51.758" v="1266" actId="207"/>
          <ac:graphicFrameMkLst>
            <pc:docMk/>
            <pc:sldMk cId="1088108898" sldId="2776"/>
            <ac:graphicFrameMk id="9" creationId="{698187AC-650E-E1C7-371D-DAA168A73940}"/>
          </ac:graphicFrameMkLst>
        </pc:graphicFrameChg>
      </pc:sldChg>
      <pc:sldChg chg="addSp delSp modSp add mod">
        <pc:chgData name="2011011 - Pritom Majumder" userId="55e6a8d5-ac58-43f4-b8fa-0b00d2d01bc8" providerId="ADAL" clId="{AA4F784F-FDD6-4203-A9D6-CE022B887B75}" dt="2026-06-11T13:06:39.296" v="5285" actId="20577"/>
        <pc:sldMkLst>
          <pc:docMk/>
          <pc:sldMk cId="2943724046" sldId="2777"/>
        </pc:sldMkLst>
        <pc:spChg chg="del">
          <ac:chgData name="2011011 - Pritom Majumder" userId="55e6a8d5-ac58-43f4-b8fa-0b00d2d01bc8" providerId="ADAL" clId="{AA4F784F-FDD6-4203-A9D6-CE022B887B75}" dt="2026-06-11T05:22:42.111" v="5023" actId="478"/>
          <ac:spMkLst>
            <pc:docMk/>
            <pc:sldMk cId="2943724046" sldId="2777"/>
            <ac:spMk id="4" creationId="{691617BC-BC94-AA34-9C8B-B9E9C4082553}"/>
          </ac:spMkLst>
        </pc:spChg>
        <pc:spChg chg="del">
          <ac:chgData name="2011011 - Pritom Majumder" userId="55e6a8d5-ac58-43f4-b8fa-0b00d2d01bc8" providerId="ADAL" clId="{AA4F784F-FDD6-4203-A9D6-CE022B887B75}" dt="2026-06-11T05:22:44.097" v="5024" actId="478"/>
          <ac:spMkLst>
            <pc:docMk/>
            <pc:sldMk cId="2943724046" sldId="2777"/>
            <ac:spMk id="5" creationId="{B965102C-6693-5EBB-7BC3-B6BA6FC3E1EB}"/>
          </ac:spMkLst>
        </pc:spChg>
        <pc:spChg chg="mod">
          <ac:chgData name="2011011 - Pritom Majumder" userId="55e6a8d5-ac58-43f4-b8fa-0b00d2d01bc8" providerId="ADAL" clId="{AA4F784F-FDD6-4203-A9D6-CE022B887B75}" dt="2026-06-11T05:22:49.444" v="5026" actId="2711"/>
          <ac:spMkLst>
            <pc:docMk/>
            <pc:sldMk cId="2943724046" sldId="2777"/>
            <ac:spMk id="6" creationId="{B2447254-93CE-A0DA-EBD4-137E936BFF77}"/>
          </ac:spMkLst>
        </pc:spChg>
        <pc:spChg chg="add mod">
          <ac:chgData name="2011011 - Pritom Majumder" userId="55e6a8d5-ac58-43f4-b8fa-0b00d2d01bc8" providerId="ADAL" clId="{AA4F784F-FDD6-4203-A9D6-CE022B887B75}" dt="2026-06-07T12:09:57.543" v="1643" actId="2711"/>
          <ac:spMkLst>
            <pc:docMk/>
            <pc:sldMk cId="2943724046" sldId="2777"/>
            <ac:spMk id="7" creationId="{A451F38A-74E0-BAFC-3276-CEF48CED2A01}"/>
          </ac:spMkLst>
        </pc:spChg>
        <pc:spChg chg="add mod">
          <ac:chgData name="2011011 - Pritom Majumder" userId="55e6a8d5-ac58-43f4-b8fa-0b00d2d01bc8" providerId="ADAL" clId="{AA4F784F-FDD6-4203-A9D6-CE022B887B75}" dt="2026-06-07T12:09:57.543" v="1643" actId="2711"/>
          <ac:spMkLst>
            <pc:docMk/>
            <pc:sldMk cId="2943724046" sldId="2777"/>
            <ac:spMk id="11" creationId="{CF6ABFF5-EA1C-63F4-7E5E-CD5C8516B02C}"/>
          </ac:spMkLst>
        </pc:spChg>
        <pc:spChg chg="add mod">
          <ac:chgData name="2011011 - Pritom Majumder" userId="55e6a8d5-ac58-43f4-b8fa-0b00d2d01bc8" providerId="ADAL" clId="{AA4F784F-FDD6-4203-A9D6-CE022B887B75}" dt="2026-06-07T12:09:57.543" v="1643" actId="2711"/>
          <ac:spMkLst>
            <pc:docMk/>
            <pc:sldMk cId="2943724046" sldId="2777"/>
            <ac:spMk id="14" creationId="{AE411DE5-7659-044B-2446-737228519B3E}"/>
          </ac:spMkLst>
        </pc:spChg>
        <pc:spChg chg="add mod">
          <ac:chgData name="2011011 - Pritom Majumder" userId="55e6a8d5-ac58-43f4-b8fa-0b00d2d01bc8" providerId="ADAL" clId="{AA4F784F-FDD6-4203-A9D6-CE022B887B75}" dt="2026-06-07T12:09:57.543" v="1643" actId="2711"/>
          <ac:spMkLst>
            <pc:docMk/>
            <pc:sldMk cId="2943724046" sldId="2777"/>
            <ac:spMk id="15" creationId="{0CF9A8A4-AD76-04C8-31FE-1C97E5E820FD}"/>
          </ac:spMkLst>
        </pc:spChg>
        <pc:spChg chg="add mod">
          <ac:chgData name="2011011 - Pritom Majumder" userId="55e6a8d5-ac58-43f4-b8fa-0b00d2d01bc8" providerId="ADAL" clId="{AA4F784F-FDD6-4203-A9D6-CE022B887B75}" dt="2026-06-11T07:26:35.413" v="5105" actId="20577"/>
          <ac:spMkLst>
            <pc:docMk/>
            <pc:sldMk cId="2943724046" sldId="2777"/>
            <ac:spMk id="21" creationId="{74EE554C-22DB-56A9-6556-16CA9D3A3CE5}"/>
          </ac:spMkLst>
        </pc:spChg>
        <pc:spChg chg="add mod">
          <ac:chgData name="2011011 - Pritom Majumder" userId="55e6a8d5-ac58-43f4-b8fa-0b00d2d01bc8" providerId="ADAL" clId="{AA4F784F-FDD6-4203-A9D6-CE022B887B75}" dt="2026-06-08T08:30:02.414" v="2545" actId="20577"/>
          <ac:spMkLst>
            <pc:docMk/>
            <pc:sldMk cId="2943724046" sldId="2777"/>
            <ac:spMk id="29" creationId="{294E39EF-F5C1-2AB9-AE07-FF6F46D9AE48}"/>
          </ac:spMkLst>
        </pc:spChg>
        <pc:spChg chg="add mod">
          <ac:chgData name="2011011 - Pritom Majumder" userId="55e6a8d5-ac58-43f4-b8fa-0b00d2d01bc8" providerId="ADAL" clId="{AA4F784F-FDD6-4203-A9D6-CE022B887B75}" dt="2026-06-07T12:09:57.543" v="1643" actId="2711"/>
          <ac:spMkLst>
            <pc:docMk/>
            <pc:sldMk cId="2943724046" sldId="2777"/>
            <ac:spMk id="31" creationId="{FBD06F98-6EEC-827A-5DBB-53ACF8A42BF4}"/>
          </ac:spMkLst>
        </pc:spChg>
        <pc:spChg chg="add mod">
          <ac:chgData name="2011011 - Pritom Majumder" userId="55e6a8d5-ac58-43f4-b8fa-0b00d2d01bc8" providerId="ADAL" clId="{AA4F784F-FDD6-4203-A9D6-CE022B887B75}" dt="2026-06-11T13:06:39.296" v="5285" actId="20577"/>
          <ac:spMkLst>
            <pc:docMk/>
            <pc:sldMk cId="2943724046" sldId="2777"/>
            <ac:spMk id="36" creationId="{489E0832-D96D-5B9D-65E8-756308BDCF92}"/>
          </ac:spMkLst>
        </pc:spChg>
        <pc:spChg chg="add mod">
          <ac:chgData name="2011011 - Pritom Majumder" userId="55e6a8d5-ac58-43f4-b8fa-0b00d2d01bc8" providerId="ADAL" clId="{AA4F784F-FDD6-4203-A9D6-CE022B887B75}" dt="2026-06-07T12:09:57.543" v="1643" actId="2711"/>
          <ac:spMkLst>
            <pc:docMk/>
            <pc:sldMk cId="2943724046" sldId="2777"/>
            <ac:spMk id="42" creationId="{EBE42D9B-7BA9-2062-B27B-E547AC029E0F}"/>
          </ac:spMkLst>
        </pc:spChg>
        <pc:spChg chg="add mod">
          <ac:chgData name="2011011 - Pritom Majumder" userId="55e6a8d5-ac58-43f4-b8fa-0b00d2d01bc8" providerId="ADAL" clId="{AA4F784F-FDD6-4203-A9D6-CE022B887B75}" dt="2026-06-07T12:09:57.543" v="1643" actId="2711"/>
          <ac:spMkLst>
            <pc:docMk/>
            <pc:sldMk cId="2943724046" sldId="2777"/>
            <ac:spMk id="43" creationId="{087CE74C-DCE7-0031-B5B0-3AA09CCDC32E}"/>
          </ac:spMkLst>
        </pc:spChg>
        <pc:cxnChg chg="add mod">
          <ac:chgData name="2011011 - Pritom Majumder" userId="55e6a8d5-ac58-43f4-b8fa-0b00d2d01bc8" providerId="ADAL" clId="{AA4F784F-FDD6-4203-A9D6-CE022B887B75}" dt="2026-06-07T11:50:57.204" v="1374" actId="14100"/>
          <ac:cxnSpMkLst>
            <pc:docMk/>
            <pc:sldMk cId="2943724046" sldId="2777"/>
            <ac:cxnSpMk id="10" creationId="{069AFFBC-82D0-B0AF-EBD8-6B2E9966306C}"/>
          </ac:cxnSpMkLst>
        </pc:cxnChg>
        <pc:cxnChg chg="add mod">
          <ac:chgData name="2011011 - Pritom Majumder" userId="55e6a8d5-ac58-43f4-b8fa-0b00d2d01bc8" providerId="ADAL" clId="{AA4F784F-FDD6-4203-A9D6-CE022B887B75}" dt="2026-06-07T11:53:16.589" v="1376" actId="571"/>
          <ac:cxnSpMkLst>
            <pc:docMk/>
            <pc:sldMk cId="2943724046" sldId="2777"/>
            <ac:cxnSpMk id="13" creationId="{9B7026E7-AA7B-F1EB-7212-CFD7688F134C}"/>
          </ac:cxnSpMkLst>
        </pc:cxnChg>
        <pc:cxnChg chg="add mod">
          <ac:chgData name="2011011 - Pritom Majumder" userId="55e6a8d5-ac58-43f4-b8fa-0b00d2d01bc8" providerId="ADAL" clId="{AA4F784F-FDD6-4203-A9D6-CE022B887B75}" dt="2026-06-07T11:58:03.654" v="1440" actId="1076"/>
          <ac:cxnSpMkLst>
            <pc:docMk/>
            <pc:sldMk cId="2943724046" sldId="2777"/>
            <ac:cxnSpMk id="16" creationId="{5F018BCF-DFC9-B50C-A47B-DE07A98887DE}"/>
          </ac:cxnSpMkLst>
        </pc:cxnChg>
        <pc:cxnChg chg="add mod">
          <ac:chgData name="2011011 - Pritom Majumder" userId="55e6a8d5-ac58-43f4-b8fa-0b00d2d01bc8" providerId="ADAL" clId="{AA4F784F-FDD6-4203-A9D6-CE022B887B75}" dt="2026-06-07T12:01:03.710" v="1488" actId="1076"/>
          <ac:cxnSpMkLst>
            <pc:docMk/>
            <pc:sldMk cId="2943724046" sldId="2777"/>
            <ac:cxnSpMk id="22" creationId="{9E64EDB4-9618-A4AA-B29A-3FDF18892E21}"/>
          </ac:cxnSpMkLst>
        </pc:cxnChg>
        <pc:cxnChg chg="add mod">
          <ac:chgData name="2011011 - Pritom Majumder" userId="55e6a8d5-ac58-43f4-b8fa-0b00d2d01bc8" providerId="ADAL" clId="{AA4F784F-FDD6-4203-A9D6-CE022B887B75}" dt="2026-06-07T12:01:06.909" v="1489" actId="571"/>
          <ac:cxnSpMkLst>
            <pc:docMk/>
            <pc:sldMk cId="2943724046" sldId="2777"/>
            <ac:cxnSpMk id="30" creationId="{DCD0FC53-B62B-DA7A-8957-A77C618B9AAD}"/>
          </ac:cxnSpMkLst>
        </pc:cxnChg>
        <pc:cxnChg chg="add mod">
          <ac:chgData name="2011011 - Pritom Majumder" userId="55e6a8d5-ac58-43f4-b8fa-0b00d2d01bc8" providerId="ADAL" clId="{AA4F784F-FDD6-4203-A9D6-CE022B887B75}" dt="2026-06-07T12:02:22.765" v="1529" actId="14100"/>
          <ac:cxnSpMkLst>
            <pc:docMk/>
            <pc:sldMk cId="2943724046" sldId="2777"/>
            <ac:cxnSpMk id="32" creationId="{3C083EC6-6715-984F-E279-9A1DF28ADDFE}"/>
          </ac:cxnSpMkLst>
        </pc:cxnChg>
        <pc:cxnChg chg="add mod">
          <ac:chgData name="2011011 - Pritom Majumder" userId="55e6a8d5-ac58-43f4-b8fa-0b00d2d01bc8" providerId="ADAL" clId="{AA4F784F-FDD6-4203-A9D6-CE022B887B75}" dt="2026-06-07T12:07:02.609" v="1581" actId="14100"/>
          <ac:cxnSpMkLst>
            <pc:docMk/>
            <pc:sldMk cId="2943724046" sldId="2777"/>
            <ac:cxnSpMk id="37" creationId="{FC598E32-1CC0-E7D3-1E39-48C42C351E12}"/>
          </ac:cxnSpMkLst>
        </pc:cxnChg>
        <pc:cxnChg chg="add mod">
          <ac:chgData name="2011011 - Pritom Majumder" userId="55e6a8d5-ac58-43f4-b8fa-0b00d2d01bc8" providerId="ADAL" clId="{AA4F784F-FDD6-4203-A9D6-CE022B887B75}" dt="2026-06-07T12:08:12.688" v="1603" actId="208"/>
          <ac:cxnSpMkLst>
            <pc:docMk/>
            <pc:sldMk cId="2943724046" sldId="2777"/>
            <ac:cxnSpMk id="40" creationId="{A4131155-BF1A-7BB2-02EC-60DD07D73FDC}"/>
          </ac:cxnSpMkLst>
        </pc:cxnChg>
      </pc:sldChg>
      <pc:sldChg chg="addSp delSp modSp add mod">
        <pc:chgData name="2011011 - Pritom Majumder" userId="55e6a8d5-ac58-43f4-b8fa-0b00d2d01bc8" providerId="ADAL" clId="{AA4F784F-FDD6-4203-A9D6-CE022B887B75}" dt="2026-06-11T13:47:30.851" v="5379" actId="1076"/>
        <pc:sldMkLst>
          <pc:docMk/>
          <pc:sldMk cId="1094403108" sldId="2778"/>
        </pc:sldMkLst>
        <pc:spChg chg="mod">
          <ac:chgData name="2011011 - Pritom Majumder" userId="55e6a8d5-ac58-43f4-b8fa-0b00d2d01bc8" providerId="ADAL" clId="{AA4F784F-FDD6-4203-A9D6-CE022B887B75}" dt="2026-06-11T13:44:59.632" v="5315" actId="1076"/>
          <ac:spMkLst>
            <pc:docMk/>
            <pc:sldMk cId="1094403108" sldId="2778"/>
            <ac:spMk id="2" creationId="{BB0ECCB7-CC1D-1085-F39C-3B6B08A87383}"/>
          </ac:spMkLst>
        </pc:spChg>
        <pc:spChg chg="del">
          <ac:chgData name="2011011 - Pritom Majumder" userId="55e6a8d5-ac58-43f4-b8fa-0b00d2d01bc8" providerId="ADAL" clId="{AA4F784F-FDD6-4203-A9D6-CE022B887B75}" dt="2026-06-11T05:22:52.813" v="5027" actId="478"/>
          <ac:spMkLst>
            <pc:docMk/>
            <pc:sldMk cId="1094403108" sldId="2778"/>
            <ac:spMk id="4" creationId="{D3E34322-CF3E-4B4E-2C1D-E40483EA7A06}"/>
          </ac:spMkLst>
        </pc:spChg>
        <pc:spChg chg="del">
          <ac:chgData name="2011011 - Pritom Majumder" userId="55e6a8d5-ac58-43f4-b8fa-0b00d2d01bc8" providerId="ADAL" clId="{AA4F784F-FDD6-4203-A9D6-CE022B887B75}" dt="2026-06-11T05:22:54.416" v="5028" actId="478"/>
          <ac:spMkLst>
            <pc:docMk/>
            <pc:sldMk cId="1094403108" sldId="2778"/>
            <ac:spMk id="5" creationId="{5204CA16-0977-8BD6-A8E3-65C988428852}"/>
          </ac:spMkLst>
        </pc:spChg>
        <pc:spChg chg="mod">
          <ac:chgData name="2011011 - Pritom Majumder" userId="55e6a8d5-ac58-43f4-b8fa-0b00d2d01bc8" providerId="ADAL" clId="{AA4F784F-FDD6-4203-A9D6-CE022B887B75}" dt="2026-06-11T05:23:02.235" v="5030" actId="2711"/>
          <ac:spMkLst>
            <pc:docMk/>
            <pc:sldMk cId="1094403108" sldId="2778"/>
            <ac:spMk id="6" creationId="{B8BADC59-01C5-C811-7C71-3BD71197860E}"/>
          </ac:spMkLst>
        </pc:spChg>
        <pc:spChg chg="add mod">
          <ac:chgData name="2011011 - Pritom Majumder" userId="55e6a8d5-ac58-43f4-b8fa-0b00d2d01bc8" providerId="ADAL" clId="{AA4F784F-FDD6-4203-A9D6-CE022B887B75}" dt="2026-06-11T13:44:55.636" v="5314" actId="1076"/>
          <ac:spMkLst>
            <pc:docMk/>
            <pc:sldMk cId="1094403108" sldId="2778"/>
            <ac:spMk id="8" creationId="{B17F79AD-5450-87AD-F68E-B22786F29971}"/>
          </ac:spMkLst>
        </pc:spChg>
        <pc:spChg chg="add mod">
          <ac:chgData name="2011011 - Pritom Majumder" userId="55e6a8d5-ac58-43f4-b8fa-0b00d2d01bc8" providerId="ADAL" clId="{AA4F784F-FDD6-4203-A9D6-CE022B887B75}" dt="2026-06-11T13:47:30.851" v="5379" actId="1076"/>
          <ac:spMkLst>
            <pc:docMk/>
            <pc:sldMk cId="1094403108" sldId="2778"/>
            <ac:spMk id="17" creationId="{42A1C8F8-B792-0008-93AA-4C000704ABEB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11T13:40:11.474" v="5290" actId="1076"/>
          <ac:graphicFrameMkLst>
            <pc:docMk/>
            <pc:sldMk cId="1094403108" sldId="2778"/>
            <ac:graphicFrameMk id="9" creationId="{3F14D0A5-E0A8-D817-4441-6C0DD42E88A0}"/>
          </ac:graphicFrameMkLst>
        </pc:graphicFrameChg>
        <pc:picChg chg="add mod">
          <ac:chgData name="2011011 - Pritom Majumder" userId="55e6a8d5-ac58-43f4-b8fa-0b00d2d01bc8" providerId="ADAL" clId="{AA4F784F-FDD6-4203-A9D6-CE022B887B75}" dt="2026-06-11T13:41:47.486" v="5295" actId="1076"/>
          <ac:picMkLst>
            <pc:docMk/>
            <pc:sldMk cId="1094403108" sldId="2778"/>
            <ac:picMk id="4" creationId="{AE159D6D-F4D7-0806-075F-4F715C258340}"/>
          </ac:picMkLst>
        </pc:picChg>
        <pc:picChg chg="add del mod modCrop">
          <ac:chgData name="2011011 - Pritom Majumder" userId="55e6a8d5-ac58-43f4-b8fa-0b00d2d01bc8" providerId="ADAL" clId="{AA4F784F-FDD6-4203-A9D6-CE022B887B75}" dt="2026-06-11T13:42:33.323" v="5300" actId="478"/>
          <ac:picMkLst>
            <pc:docMk/>
            <pc:sldMk cId="1094403108" sldId="2778"/>
            <ac:picMk id="7" creationId="{F63BB2C5-A964-F16A-B807-9F5A0A5685A2}"/>
          </ac:picMkLst>
        </pc:picChg>
        <pc:picChg chg="add mod modCrop">
          <ac:chgData name="2011011 - Pritom Majumder" userId="55e6a8d5-ac58-43f4-b8fa-0b00d2d01bc8" providerId="ADAL" clId="{AA4F784F-FDD6-4203-A9D6-CE022B887B75}" dt="2026-06-11T13:44:35.721" v="5309" actId="14100"/>
          <ac:picMkLst>
            <pc:docMk/>
            <pc:sldMk cId="1094403108" sldId="2778"/>
            <ac:picMk id="11" creationId="{38A2CF0C-0D38-36CE-4DAF-280D06F234BE}"/>
          </ac:picMkLst>
        </pc:picChg>
        <pc:picChg chg="add mod">
          <ac:chgData name="2011011 - Pritom Majumder" userId="55e6a8d5-ac58-43f4-b8fa-0b00d2d01bc8" providerId="ADAL" clId="{AA4F784F-FDD6-4203-A9D6-CE022B887B75}" dt="2026-06-11T13:45:44.402" v="5326" actId="1076"/>
          <ac:picMkLst>
            <pc:docMk/>
            <pc:sldMk cId="1094403108" sldId="2778"/>
            <ac:picMk id="13" creationId="{52EEEFF1-C53D-9926-FAFE-4133F6B92A10}"/>
          </ac:picMkLst>
        </pc:picChg>
        <pc:picChg chg="add mod">
          <ac:chgData name="2011011 - Pritom Majumder" userId="55e6a8d5-ac58-43f4-b8fa-0b00d2d01bc8" providerId="ADAL" clId="{AA4F784F-FDD6-4203-A9D6-CE022B887B75}" dt="2026-06-11T13:45:29.158" v="5321" actId="1076"/>
          <ac:picMkLst>
            <pc:docMk/>
            <pc:sldMk cId="1094403108" sldId="2778"/>
            <ac:picMk id="15" creationId="{C7637A12-4C62-303C-079D-B191EC1BB296}"/>
          </ac:picMkLst>
        </pc:picChg>
      </pc:sldChg>
      <pc:sldChg chg="addSp delSp modSp add mod">
        <pc:chgData name="2011011 - Pritom Majumder" userId="55e6a8d5-ac58-43f4-b8fa-0b00d2d01bc8" providerId="ADAL" clId="{AA4F784F-FDD6-4203-A9D6-CE022B887B75}" dt="2026-06-11T05:23:15.249" v="5034" actId="2711"/>
        <pc:sldMkLst>
          <pc:docMk/>
          <pc:sldMk cId="3722772373" sldId="2779"/>
        </pc:sldMkLst>
        <pc:spChg chg="mod">
          <ac:chgData name="2011011 - Pritom Majumder" userId="55e6a8d5-ac58-43f4-b8fa-0b00d2d01bc8" providerId="ADAL" clId="{AA4F784F-FDD6-4203-A9D6-CE022B887B75}" dt="2026-06-07T13:02:21.103" v="1869" actId="1076"/>
          <ac:spMkLst>
            <pc:docMk/>
            <pc:sldMk cId="3722772373" sldId="2779"/>
            <ac:spMk id="2" creationId="{65068BDA-537F-3070-2DFB-1CAE63D9B1B2}"/>
          </ac:spMkLst>
        </pc:spChg>
        <pc:spChg chg="del">
          <ac:chgData name="2011011 - Pritom Majumder" userId="55e6a8d5-ac58-43f4-b8fa-0b00d2d01bc8" providerId="ADAL" clId="{AA4F784F-FDD6-4203-A9D6-CE022B887B75}" dt="2026-06-11T05:23:07.215" v="5031" actId="478"/>
          <ac:spMkLst>
            <pc:docMk/>
            <pc:sldMk cId="3722772373" sldId="2779"/>
            <ac:spMk id="4" creationId="{5C1AE364-CB2A-07EC-33D6-6C02D68C146D}"/>
          </ac:spMkLst>
        </pc:spChg>
        <pc:spChg chg="del">
          <ac:chgData name="2011011 - Pritom Majumder" userId="55e6a8d5-ac58-43f4-b8fa-0b00d2d01bc8" providerId="ADAL" clId="{AA4F784F-FDD6-4203-A9D6-CE022B887B75}" dt="2026-06-11T05:23:09.235" v="5032" actId="478"/>
          <ac:spMkLst>
            <pc:docMk/>
            <pc:sldMk cId="3722772373" sldId="2779"/>
            <ac:spMk id="5" creationId="{FCD0D568-3A5A-8B42-48FA-518AC8FAC228}"/>
          </ac:spMkLst>
        </pc:spChg>
        <pc:spChg chg="mod">
          <ac:chgData name="2011011 - Pritom Majumder" userId="55e6a8d5-ac58-43f4-b8fa-0b00d2d01bc8" providerId="ADAL" clId="{AA4F784F-FDD6-4203-A9D6-CE022B887B75}" dt="2026-06-11T05:23:15.249" v="5034" actId="2711"/>
          <ac:spMkLst>
            <pc:docMk/>
            <pc:sldMk cId="3722772373" sldId="2779"/>
            <ac:spMk id="6" creationId="{257945A0-ACF3-E9B5-7833-14F37639FD86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07T13:14:52.229" v="2163" actId="1076"/>
          <ac:graphicFrameMkLst>
            <pc:docMk/>
            <pc:sldMk cId="3722772373" sldId="2779"/>
            <ac:graphicFrameMk id="7" creationId="{8ABD3FA9-69FD-CCFD-DB4D-C4626FDA5947}"/>
          </ac:graphicFrameMkLst>
        </pc:graphicFrameChg>
      </pc:sldChg>
      <pc:sldChg chg="addSp delSp modSp new mod">
        <pc:chgData name="2011011 - Pritom Majumder" userId="55e6a8d5-ac58-43f4-b8fa-0b00d2d01bc8" providerId="ADAL" clId="{AA4F784F-FDD6-4203-A9D6-CE022B887B75}" dt="2026-06-11T05:22:10.084" v="5014" actId="2711"/>
        <pc:sldMkLst>
          <pc:docMk/>
          <pc:sldMk cId="539582192" sldId="2780"/>
        </pc:sldMkLst>
        <pc:spChg chg="del">
          <ac:chgData name="2011011 - Pritom Majumder" userId="55e6a8d5-ac58-43f4-b8fa-0b00d2d01bc8" providerId="ADAL" clId="{AA4F784F-FDD6-4203-A9D6-CE022B887B75}" dt="2026-06-11T05:22:02.175" v="5011" actId="478"/>
          <ac:spMkLst>
            <pc:docMk/>
            <pc:sldMk cId="539582192" sldId="2780"/>
            <ac:spMk id="3" creationId="{A2E7CD93-D700-9DA4-431B-5081F0D7FCB7}"/>
          </ac:spMkLst>
        </pc:spChg>
        <pc:spChg chg="del">
          <ac:chgData name="2011011 - Pritom Majumder" userId="55e6a8d5-ac58-43f4-b8fa-0b00d2d01bc8" providerId="ADAL" clId="{AA4F784F-FDD6-4203-A9D6-CE022B887B75}" dt="2026-06-11T05:22:03.974" v="5012" actId="478"/>
          <ac:spMkLst>
            <pc:docMk/>
            <pc:sldMk cId="539582192" sldId="2780"/>
            <ac:spMk id="4" creationId="{00EB06CF-DC75-AC46-3E9F-ABC9E8EDA17F}"/>
          </ac:spMkLst>
        </pc:spChg>
        <pc:spChg chg="mod">
          <ac:chgData name="2011011 - Pritom Majumder" userId="55e6a8d5-ac58-43f4-b8fa-0b00d2d01bc8" providerId="ADAL" clId="{AA4F784F-FDD6-4203-A9D6-CE022B887B75}" dt="2026-06-11T05:22:10.084" v="5014" actId="2711"/>
          <ac:spMkLst>
            <pc:docMk/>
            <pc:sldMk cId="539582192" sldId="2780"/>
            <ac:spMk id="5" creationId="{FA2BEDA8-B42B-0C2C-A806-17AAA656BE42}"/>
          </ac:spMkLst>
        </pc:spChg>
        <pc:spChg chg="add mod">
          <ac:chgData name="2011011 - Pritom Majumder" userId="55e6a8d5-ac58-43f4-b8fa-0b00d2d01bc8" providerId="ADAL" clId="{AA4F784F-FDD6-4203-A9D6-CE022B887B75}" dt="2026-06-07T19:16:11.302" v="2180" actId="1076"/>
          <ac:spMkLst>
            <pc:docMk/>
            <pc:sldMk cId="539582192" sldId="2780"/>
            <ac:spMk id="7" creationId="{FD90369B-C781-6630-9D08-1BB256DDEE57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07T19:49:02.563" v="2387" actId="113"/>
          <ac:graphicFrameMkLst>
            <pc:docMk/>
            <pc:sldMk cId="539582192" sldId="2780"/>
            <ac:graphicFrameMk id="8" creationId="{95629E6D-19D7-A8A2-72BD-7A2A876AA98F}"/>
          </ac:graphicFrameMkLst>
        </pc:graphicFrameChg>
      </pc:sldChg>
      <pc:sldChg chg="addSp delSp modSp add mod">
        <pc:chgData name="2011011 - Pritom Majumder" userId="55e6a8d5-ac58-43f4-b8fa-0b00d2d01bc8" providerId="ADAL" clId="{AA4F784F-FDD6-4203-A9D6-CE022B887B75}" dt="2026-06-11T05:23:30.131" v="5038" actId="478"/>
        <pc:sldMkLst>
          <pc:docMk/>
          <pc:sldMk cId="3660796131" sldId="2781"/>
        </pc:sldMkLst>
        <pc:spChg chg="mod">
          <ac:chgData name="2011011 - Pritom Majumder" userId="55e6a8d5-ac58-43f4-b8fa-0b00d2d01bc8" providerId="ADAL" clId="{AA4F784F-FDD6-4203-A9D6-CE022B887B75}" dt="2026-06-08T10:18:25.632" v="2747" actId="20577"/>
          <ac:spMkLst>
            <pc:docMk/>
            <pc:sldMk cId="3660796131" sldId="2781"/>
            <ac:spMk id="2" creationId="{BB850F37-14F1-CA89-1689-6A86910FC0F1}"/>
          </ac:spMkLst>
        </pc:spChg>
        <pc:spChg chg="del">
          <ac:chgData name="2011011 - Pritom Majumder" userId="55e6a8d5-ac58-43f4-b8fa-0b00d2d01bc8" providerId="ADAL" clId="{AA4F784F-FDD6-4203-A9D6-CE022B887B75}" dt="2026-06-11T05:23:30.131" v="5038" actId="478"/>
          <ac:spMkLst>
            <pc:docMk/>
            <pc:sldMk cId="3660796131" sldId="2781"/>
            <ac:spMk id="4" creationId="{73C98922-CCE3-AE37-BBFF-0B67023957EB}"/>
          </ac:spMkLst>
        </pc:spChg>
        <pc:spChg chg="del">
          <ac:chgData name="2011011 - Pritom Majumder" userId="55e6a8d5-ac58-43f4-b8fa-0b00d2d01bc8" providerId="ADAL" clId="{AA4F784F-FDD6-4203-A9D6-CE022B887B75}" dt="2026-06-11T05:23:19.839" v="5035" actId="478"/>
          <ac:spMkLst>
            <pc:docMk/>
            <pc:sldMk cId="3660796131" sldId="2781"/>
            <ac:spMk id="5" creationId="{80F950E6-3B96-24DE-B24F-CE280A937C82}"/>
          </ac:spMkLst>
        </pc:spChg>
        <pc:spChg chg="mod">
          <ac:chgData name="2011011 - Pritom Majumder" userId="55e6a8d5-ac58-43f4-b8fa-0b00d2d01bc8" providerId="ADAL" clId="{AA4F784F-FDD6-4203-A9D6-CE022B887B75}" dt="2026-06-11T05:23:25.617" v="5037" actId="2711"/>
          <ac:spMkLst>
            <pc:docMk/>
            <pc:sldMk cId="3660796131" sldId="2781"/>
            <ac:spMk id="6" creationId="{4019DD11-56EC-8C9E-9E95-B73CF9736D21}"/>
          </ac:spMkLst>
        </pc:spChg>
        <pc:spChg chg="add mod">
          <ac:chgData name="2011011 - Pritom Majumder" userId="55e6a8d5-ac58-43f4-b8fa-0b00d2d01bc8" providerId="ADAL" clId="{AA4F784F-FDD6-4203-A9D6-CE022B887B75}" dt="2026-06-08T08:19:35.042" v="2523" actId="1076"/>
          <ac:spMkLst>
            <pc:docMk/>
            <pc:sldMk cId="3660796131" sldId="2781"/>
            <ac:spMk id="9" creationId="{B1F180C1-E94B-57D4-03FD-BE332F74FE97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08T08:38:44.010" v="2569" actId="1076"/>
          <ac:graphicFrameMkLst>
            <pc:docMk/>
            <pc:sldMk cId="3660796131" sldId="2781"/>
            <ac:graphicFrameMk id="10" creationId="{E9E8DA8D-CAD3-AD96-06F3-8223AB537CA5}"/>
          </ac:graphicFrameMkLst>
        </pc:graphicFrameChg>
        <pc:picChg chg="add mod">
          <ac:chgData name="2011011 - Pritom Majumder" userId="55e6a8d5-ac58-43f4-b8fa-0b00d2d01bc8" providerId="ADAL" clId="{AA4F784F-FDD6-4203-A9D6-CE022B887B75}" dt="2026-06-08T08:19:31.279" v="2522" actId="1076"/>
          <ac:picMkLst>
            <pc:docMk/>
            <pc:sldMk cId="3660796131" sldId="2781"/>
            <ac:picMk id="14" creationId="{BBD0CA6B-F1A2-B6B4-A958-9B995A5697CC}"/>
          </ac:picMkLst>
        </pc:picChg>
      </pc:sldChg>
      <pc:sldChg chg="addSp delSp modSp add mod">
        <pc:chgData name="2011011 - Pritom Majumder" userId="55e6a8d5-ac58-43f4-b8fa-0b00d2d01bc8" providerId="ADAL" clId="{AA4F784F-FDD6-4203-A9D6-CE022B887B75}" dt="2026-06-11T13:46:06.562" v="5328" actId="2711"/>
        <pc:sldMkLst>
          <pc:docMk/>
          <pc:sldMk cId="541581110" sldId="2782"/>
        </pc:sldMkLst>
        <pc:spChg chg="mod">
          <ac:chgData name="2011011 - Pritom Majumder" userId="55e6a8d5-ac58-43f4-b8fa-0b00d2d01bc8" providerId="ADAL" clId="{AA4F784F-FDD6-4203-A9D6-CE022B887B75}" dt="2026-06-08T10:18:33.322" v="2756" actId="20577"/>
          <ac:spMkLst>
            <pc:docMk/>
            <pc:sldMk cId="541581110" sldId="2782"/>
            <ac:spMk id="2" creationId="{1513770D-9705-CFEA-F219-2BF104211731}"/>
          </ac:spMkLst>
        </pc:spChg>
        <pc:spChg chg="del">
          <ac:chgData name="2011011 - Pritom Majumder" userId="55e6a8d5-ac58-43f4-b8fa-0b00d2d01bc8" providerId="ADAL" clId="{AA4F784F-FDD6-4203-A9D6-CE022B887B75}" dt="2026-06-11T05:23:44.338" v="5043" actId="478"/>
          <ac:spMkLst>
            <pc:docMk/>
            <pc:sldMk cId="541581110" sldId="2782"/>
            <ac:spMk id="4" creationId="{08F3A512-68B4-E20D-D5E5-4B62FA9D26C4}"/>
          </ac:spMkLst>
        </pc:spChg>
        <pc:spChg chg="del">
          <ac:chgData name="2011011 - Pritom Majumder" userId="55e6a8d5-ac58-43f4-b8fa-0b00d2d01bc8" providerId="ADAL" clId="{AA4F784F-FDD6-4203-A9D6-CE022B887B75}" dt="2026-06-11T05:23:34.701" v="5039" actId="478"/>
          <ac:spMkLst>
            <pc:docMk/>
            <pc:sldMk cId="541581110" sldId="2782"/>
            <ac:spMk id="5" creationId="{C38E6F32-A177-52E6-145F-D45B67F1E65C}"/>
          </ac:spMkLst>
        </pc:spChg>
        <pc:spChg chg="mod">
          <ac:chgData name="2011011 - Pritom Majumder" userId="55e6a8d5-ac58-43f4-b8fa-0b00d2d01bc8" providerId="ADAL" clId="{AA4F784F-FDD6-4203-A9D6-CE022B887B75}" dt="2026-06-11T05:23:41.928" v="5042" actId="2711"/>
          <ac:spMkLst>
            <pc:docMk/>
            <pc:sldMk cId="541581110" sldId="2782"/>
            <ac:spMk id="6" creationId="{C31FEFC8-C8C9-4E1C-0882-EABE1CF7A8A0}"/>
          </ac:spMkLst>
        </pc:spChg>
        <pc:spChg chg="mod">
          <ac:chgData name="2011011 - Pritom Majumder" userId="55e6a8d5-ac58-43f4-b8fa-0b00d2d01bc8" providerId="ADAL" clId="{AA4F784F-FDD6-4203-A9D6-CE022B887B75}" dt="2026-06-11T13:46:06.562" v="5328" actId="2711"/>
          <ac:spMkLst>
            <pc:docMk/>
            <pc:sldMk cId="541581110" sldId="2782"/>
            <ac:spMk id="9" creationId="{8EB7E246-379E-1548-B46A-C0157610C7A1}"/>
          </ac:spMkLst>
        </pc:spChg>
        <pc:spChg chg="add mod">
          <ac:chgData name="2011011 - Pritom Majumder" userId="55e6a8d5-ac58-43f4-b8fa-0b00d2d01bc8" providerId="ADAL" clId="{AA4F784F-FDD6-4203-A9D6-CE022B887B75}" dt="2026-06-08T10:21:30.744" v="2855" actId="113"/>
          <ac:spMkLst>
            <pc:docMk/>
            <pc:sldMk cId="541581110" sldId="2782"/>
            <ac:spMk id="15" creationId="{253FABCD-67E0-3436-F588-49445935E974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08T08:38:39.179" v="2568" actId="1076"/>
          <ac:graphicFrameMkLst>
            <pc:docMk/>
            <pc:sldMk cId="541581110" sldId="2782"/>
            <ac:graphicFrameMk id="14" creationId="{19FDC373-E196-1443-FABE-30511C8A3502}"/>
          </ac:graphicFrameMkLst>
        </pc:graphicFrameChg>
        <pc:picChg chg="add mod">
          <ac:chgData name="2011011 - Pritom Majumder" userId="55e6a8d5-ac58-43f4-b8fa-0b00d2d01bc8" providerId="ADAL" clId="{AA4F784F-FDD6-4203-A9D6-CE022B887B75}" dt="2026-06-08T08:16:48.901" v="2507" actId="1076"/>
          <ac:picMkLst>
            <pc:docMk/>
            <pc:sldMk cId="541581110" sldId="2782"/>
            <ac:picMk id="7" creationId="{01B8E9F1-5EB8-DBA8-B769-102C3A3CB22A}"/>
          </ac:picMkLst>
        </pc:picChg>
      </pc:sldChg>
      <pc:sldChg chg="addSp delSp modSp add mod">
        <pc:chgData name="2011011 - Pritom Majumder" userId="55e6a8d5-ac58-43f4-b8fa-0b00d2d01bc8" providerId="ADAL" clId="{AA4F784F-FDD6-4203-A9D6-CE022B887B75}" dt="2026-06-11T05:23:55.727" v="5047" actId="478"/>
        <pc:sldMkLst>
          <pc:docMk/>
          <pc:sldMk cId="477218244" sldId="2783"/>
        </pc:sldMkLst>
        <pc:spChg chg="mod">
          <ac:chgData name="2011011 - Pritom Majumder" userId="55e6a8d5-ac58-43f4-b8fa-0b00d2d01bc8" providerId="ADAL" clId="{AA4F784F-FDD6-4203-A9D6-CE022B887B75}" dt="2026-06-08T10:18:39.309" v="2765" actId="20577"/>
          <ac:spMkLst>
            <pc:docMk/>
            <pc:sldMk cId="477218244" sldId="2783"/>
            <ac:spMk id="2" creationId="{85C6136A-616E-2FCE-7A93-86D4329DEE64}"/>
          </ac:spMkLst>
        </pc:spChg>
        <pc:spChg chg="del">
          <ac:chgData name="2011011 - Pritom Majumder" userId="55e6a8d5-ac58-43f4-b8fa-0b00d2d01bc8" providerId="ADAL" clId="{AA4F784F-FDD6-4203-A9D6-CE022B887B75}" dt="2026-06-11T05:23:55.727" v="5047" actId="478"/>
          <ac:spMkLst>
            <pc:docMk/>
            <pc:sldMk cId="477218244" sldId="2783"/>
            <ac:spMk id="4" creationId="{6798A3C6-648D-ABDF-F557-CE520746ACE0}"/>
          </ac:spMkLst>
        </pc:spChg>
        <pc:spChg chg="del">
          <ac:chgData name="2011011 - Pritom Majumder" userId="55e6a8d5-ac58-43f4-b8fa-0b00d2d01bc8" providerId="ADAL" clId="{AA4F784F-FDD6-4203-A9D6-CE022B887B75}" dt="2026-06-11T05:23:53.796" v="5046" actId="478"/>
          <ac:spMkLst>
            <pc:docMk/>
            <pc:sldMk cId="477218244" sldId="2783"/>
            <ac:spMk id="5" creationId="{9F87A6A5-0515-2236-6455-7F43ECB7DDAF}"/>
          </ac:spMkLst>
        </pc:spChg>
        <pc:spChg chg="mod">
          <ac:chgData name="2011011 - Pritom Majumder" userId="55e6a8d5-ac58-43f4-b8fa-0b00d2d01bc8" providerId="ADAL" clId="{AA4F784F-FDD6-4203-A9D6-CE022B887B75}" dt="2026-06-11T05:23:51.446" v="5045" actId="2711"/>
          <ac:spMkLst>
            <pc:docMk/>
            <pc:sldMk cId="477218244" sldId="2783"/>
            <ac:spMk id="6" creationId="{3921B1C2-168B-DC45-56E9-E2AB8399F7B5}"/>
          </ac:spMkLst>
        </pc:spChg>
        <pc:spChg chg="add mod">
          <ac:chgData name="2011011 - Pritom Majumder" userId="55e6a8d5-ac58-43f4-b8fa-0b00d2d01bc8" providerId="ADAL" clId="{AA4F784F-FDD6-4203-A9D6-CE022B887B75}" dt="2026-06-08T09:43:54.227" v="2617" actId="1076"/>
          <ac:spMkLst>
            <pc:docMk/>
            <pc:sldMk cId="477218244" sldId="2783"/>
            <ac:spMk id="17" creationId="{2E1FED23-4190-0ED4-EF7C-63A60849BA04}"/>
          </ac:spMkLst>
        </pc:spChg>
        <pc:spChg chg="add mod">
          <ac:chgData name="2011011 - Pritom Majumder" userId="55e6a8d5-ac58-43f4-b8fa-0b00d2d01bc8" providerId="ADAL" clId="{AA4F784F-FDD6-4203-A9D6-CE022B887B75}" dt="2026-06-08T09:44:00.572" v="2620" actId="20577"/>
          <ac:spMkLst>
            <pc:docMk/>
            <pc:sldMk cId="477218244" sldId="2783"/>
            <ac:spMk id="18" creationId="{F1F2C39C-7FB1-3CE0-7DCB-A92498DF4473}"/>
          </ac:spMkLst>
        </pc:spChg>
        <pc:spChg chg="add mod">
          <ac:chgData name="2011011 - Pritom Majumder" userId="55e6a8d5-ac58-43f4-b8fa-0b00d2d01bc8" providerId="ADAL" clId="{AA4F784F-FDD6-4203-A9D6-CE022B887B75}" dt="2026-06-08T09:52:25.637" v="2693" actId="1076"/>
          <ac:spMkLst>
            <pc:docMk/>
            <pc:sldMk cId="477218244" sldId="2783"/>
            <ac:spMk id="19" creationId="{8B07D472-B50A-C4D4-CA10-5165E1B231AD}"/>
          </ac:spMkLst>
        </pc:spChg>
        <pc:picChg chg="add mod">
          <ac:chgData name="2011011 - Pritom Majumder" userId="55e6a8d5-ac58-43f4-b8fa-0b00d2d01bc8" providerId="ADAL" clId="{AA4F784F-FDD6-4203-A9D6-CE022B887B75}" dt="2026-06-08T09:41:54.874" v="2593" actId="1076"/>
          <ac:picMkLst>
            <pc:docMk/>
            <pc:sldMk cId="477218244" sldId="2783"/>
            <ac:picMk id="11" creationId="{23A2A354-97A6-B5FC-9C4A-43E99C174F30}"/>
          </ac:picMkLst>
        </pc:picChg>
        <pc:picChg chg="add mod">
          <ac:chgData name="2011011 - Pritom Majumder" userId="55e6a8d5-ac58-43f4-b8fa-0b00d2d01bc8" providerId="ADAL" clId="{AA4F784F-FDD6-4203-A9D6-CE022B887B75}" dt="2026-06-08T09:43:32.588" v="2605" actId="1076"/>
          <ac:picMkLst>
            <pc:docMk/>
            <pc:sldMk cId="477218244" sldId="2783"/>
            <ac:picMk id="16" creationId="{24590B1A-A7F1-4DE2-78A7-4FEA014B05CD}"/>
          </ac:picMkLst>
        </pc:picChg>
      </pc:sldChg>
      <pc:sldChg chg="addSp delSp modSp add mod">
        <pc:chgData name="2011011 - Pritom Majumder" userId="55e6a8d5-ac58-43f4-b8fa-0b00d2d01bc8" providerId="ADAL" clId="{AA4F784F-FDD6-4203-A9D6-CE022B887B75}" dt="2026-06-11T05:24:07.539" v="5051" actId="2711"/>
        <pc:sldMkLst>
          <pc:docMk/>
          <pc:sldMk cId="3721483408" sldId="2784"/>
        </pc:sldMkLst>
        <pc:spChg chg="mod">
          <ac:chgData name="2011011 - Pritom Majumder" userId="55e6a8d5-ac58-43f4-b8fa-0b00d2d01bc8" providerId="ADAL" clId="{AA4F784F-FDD6-4203-A9D6-CE022B887B75}" dt="2026-06-08T10:18:51.666" v="2775" actId="14100"/>
          <ac:spMkLst>
            <pc:docMk/>
            <pc:sldMk cId="3721483408" sldId="2784"/>
            <ac:spMk id="2" creationId="{540BA6E0-50FB-0398-E469-E6CF80DF34B1}"/>
          </ac:spMkLst>
        </pc:spChg>
        <pc:spChg chg="del">
          <ac:chgData name="2011011 - Pritom Majumder" userId="55e6a8d5-ac58-43f4-b8fa-0b00d2d01bc8" providerId="ADAL" clId="{AA4F784F-FDD6-4203-A9D6-CE022B887B75}" dt="2026-06-11T05:24:01.359" v="5049" actId="478"/>
          <ac:spMkLst>
            <pc:docMk/>
            <pc:sldMk cId="3721483408" sldId="2784"/>
            <ac:spMk id="4" creationId="{7216C142-7D6F-EDE0-95A2-C8B0E706C36D}"/>
          </ac:spMkLst>
        </pc:spChg>
        <pc:spChg chg="del">
          <ac:chgData name="2011011 - Pritom Majumder" userId="55e6a8d5-ac58-43f4-b8fa-0b00d2d01bc8" providerId="ADAL" clId="{AA4F784F-FDD6-4203-A9D6-CE022B887B75}" dt="2026-06-11T05:23:59.157" v="5048" actId="478"/>
          <ac:spMkLst>
            <pc:docMk/>
            <pc:sldMk cId="3721483408" sldId="2784"/>
            <ac:spMk id="5" creationId="{23E6F508-E320-4AAF-9365-EF0EE00B0A89}"/>
          </ac:spMkLst>
        </pc:spChg>
        <pc:spChg chg="mod">
          <ac:chgData name="2011011 - Pritom Majumder" userId="55e6a8d5-ac58-43f4-b8fa-0b00d2d01bc8" providerId="ADAL" clId="{AA4F784F-FDD6-4203-A9D6-CE022B887B75}" dt="2026-06-11T05:24:07.539" v="5051" actId="2711"/>
          <ac:spMkLst>
            <pc:docMk/>
            <pc:sldMk cId="3721483408" sldId="2784"/>
            <ac:spMk id="6" creationId="{353163DB-1685-254F-C00C-97151DEF0880}"/>
          </ac:spMkLst>
        </pc:spChg>
        <pc:spChg chg="mod">
          <ac:chgData name="2011011 - Pritom Majumder" userId="55e6a8d5-ac58-43f4-b8fa-0b00d2d01bc8" providerId="ADAL" clId="{AA4F784F-FDD6-4203-A9D6-CE022B887B75}" dt="2026-06-08T10:05:34.905" v="2736" actId="1076"/>
          <ac:spMkLst>
            <pc:docMk/>
            <pc:sldMk cId="3721483408" sldId="2784"/>
            <ac:spMk id="19" creationId="{BA1B28EC-57D8-CF99-306F-5BA418163E67}"/>
          </ac:spMkLst>
        </pc:spChg>
        <pc:picChg chg="add mod">
          <ac:chgData name="2011011 - Pritom Majumder" userId="55e6a8d5-ac58-43f4-b8fa-0b00d2d01bc8" providerId="ADAL" clId="{AA4F784F-FDD6-4203-A9D6-CE022B887B75}" dt="2026-06-08T10:18:54.466" v="2776" actId="1076"/>
          <ac:picMkLst>
            <pc:docMk/>
            <pc:sldMk cId="3721483408" sldId="2784"/>
            <ac:picMk id="7" creationId="{B27D98A5-B1D1-ED32-8DDC-C2E48209FAD7}"/>
          </ac:picMkLst>
        </pc:picChg>
      </pc:sldChg>
      <pc:sldChg chg="addSp delSp modSp add mod">
        <pc:chgData name="2011011 - Pritom Majumder" userId="55e6a8d5-ac58-43f4-b8fa-0b00d2d01bc8" providerId="ADAL" clId="{AA4F784F-FDD6-4203-A9D6-CE022B887B75}" dt="2026-06-12T13:57:20.548" v="5849" actId="478"/>
        <pc:sldMkLst>
          <pc:docMk/>
          <pc:sldMk cId="2187728445" sldId="2785"/>
        </pc:sldMkLst>
        <pc:spChg chg="del">
          <ac:chgData name="2011011 - Pritom Majumder" userId="55e6a8d5-ac58-43f4-b8fa-0b00d2d01bc8" providerId="ADAL" clId="{AA4F784F-FDD6-4203-A9D6-CE022B887B75}" dt="2026-06-12T13:57:20.548" v="5849" actId="478"/>
          <ac:spMkLst>
            <pc:docMk/>
            <pc:sldMk cId="2187728445" sldId="2785"/>
            <ac:spMk id="5" creationId="{58993EB9-D081-9F5A-94A4-28EE7CEAC341}"/>
          </ac:spMkLst>
        </pc:spChg>
        <pc:spChg chg="add del mod">
          <ac:chgData name="2011011 - Pritom Majumder" userId="55e6a8d5-ac58-43f4-b8fa-0b00d2d01bc8" providerId="ADAL" clId="{AA4F784F-FDD6-4203-A9D6-CE022B887B75}" dt="2026-06-08T10:36:15.609" v="3048" actId="1076"/>
          <ac:spMkLst>
            <pc:docMk/>
            <pc:sldMk cId="2187728445" sldId="2785"/>
            <ac:spMk id="9" creationId="{FAD65E86-BEE3-A9C6-7A2A-5305ED964696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08T17:10:05.932" v="3105" actId="20577"/>
          <ac:graphicFrameMkLst>
            <pc:docMk/>
            <pc:sldMk cId="2187728445" sldId="2785"/>
            <ac:graphicFrameMk id="3" creationId="{CE45AB40-17D2-65FB-B7D7-F53742F0CE4C}"/>
          </ac:graphicFrameMkLst>
        </pc:graphicFrameChg>
      </pc:sldChg>
      <pc:sldChg chg="addSp delSp modSp add mod">
        <pc:chgData name="2011011 - Pritom Majumder" userId="55e6a8d5-ac58-43f4-b8fa-0b00d2d01bc8" providerId="ADAL" clId="{AA4F784F-FDD6-4203-A9D6-CE022B887B75}" dt="2026-06-11T05:24:18.594" v="5055" actId="2711"/>
        <pc:sldMkLst>
          <pc:docMk/>
          <pc:sldMk cId="2694527653" sldId="2786"/>
        </pc:sldMkLst>
        <pc:spChg chg="mod">
          <ac:chgData name="2011011 - Pritom Majumder" userId="55e6a8d5-ac58-43f4-b8fa-0b00d2d01bc8" providerId="ADAL" clId="{AA4F784F-FDD6-4203-A9D6-CE022B887B75}" dt="2026-06-09T12:57:13.654" v="3141" actId="14100"/>
          <ac:spMkLst>
            <pc:docMk/>
            <pc:sldMk cId="2694527653" sldId="2786"/>
            <ac:spMk id="2" creationId="{6A9B5D36-0F6B-F608-A013-E20D51BF9CD3}"/>
          </ac:spMkLst>
        </pc:spChg>
        <pc:spChg chg="del">
          <ac:chgData name="2011011 - Pritom Majumder" userId="55e6a8d5-ac58-43f4-b8fa-0b00d2d01bc8" providerId="ADAL" clId="{AA4F784F-FDD6-4203-A9D6-CE022B887B75}" dt="2026-06-11T05:24:11.094" v="5052" actId="478"/>
          <ac:spMkLst>
            <pc:docMk/>
            <pc:sldMk cId="2694527653" sldId="2786"/>
            <ac:spMk id="4" creationId="{491CED1B-61C3-E182-1F23-A49D8EE8A57F}"/>
          </ac:spMkLst>
        </pc:spChg>
        <pc:spChg chg="del">
          <ac:chgData name="2011011 - Pritom Majumder" userId="55e6a8d5-ac58-43f4-b8fa-0b00d2d01bc8" providerId="ADAL" clId="{AA4F784F-FDD6-4203-A9D6-CE022B887B75}" dt="2026-06-11T05:24:12.657" v="5053" actId="478"/>
          <ac:spMkLst>
            <pc:docMk/>
            <pc:sldMk cId="2694527653" sldId="2786"/>
            <ac:spMk id="5" creationId="{138ED576-612F-2460-141E-2D83531710E3}"/>
          </ac:spMkLst>
        </pc:spChg>
        <pc:spChg chg="mod">
          <ac:chgData name="2011011 - Pritom Majumder" userId="55e6a8d5-ac58-43f4-b8fa-0b00d2d01bc8" providerId="ADAL" clId="{AA4F784F-FDD6-4203-A9D6-CE022B887B75}" dt="2026-06-11T05:24:18.594" v="5055" actId="2711"/>
          <ac:spMkLst>
            <pc:docMk/>
            <pc:sldMk cId="2694527653" sldId="2786"/>
            <ac:spMk id="6" creationId="{2583D573-5946-11DE-756C-1E6CBFACDF08}"/>
          </ac:spMkLst>
        </pc:spChg>
        <pc:spChg chg="add mod">
          <ac:chgData name="2011011 - Pritom Majumder" userId="55e6a8d5-ac58-43f4-b8fa-0b00d2d01bc8" providerId="ADAL" clId="{AA4F784F-FDD6-4203-A9D6-CE022B887B75}" dt="2026-06-09T14:20:53.148" v="3329" actId="20577"/>
          <ac:spMkLst>
            <pc:docMk/>
            <pc:sldMk cId="2694527653" sldId="2786"/>
            <ac:spMk id="9" creationId="{EEA1E0B1-FC99-5EBB-8CEA-DBDC6B8F20E5}"/>
          </ac:spMkLst>
        </pc:spChg>
        <pc:spChg chg="add mod">
          <ac:chgData name="2011011 - Pritom Majumder" userId="55e6a8d5-ac58-43f4-b8fa-0b00d2d01bc8" providerId="ADAL" clId="{AA4F784F-FDD6-4203-A9D6-CE022B887B75}" dt="2026-06-09T14:20:37.132" v="3316" actId="20577"/>
          <ac:spMkLst>
            <pc:docMk/>
            <pc:sldMk cId="2694527653" sldId="2786"/>
            <ac:spMk id="10" creationId="{78950106-83BF-AFF7-7B44-435176A161BC}"/>
          </ac:spMkLst>
        </pc:spChg>
        <pc:spChg chg="add mod ord">
          <ac:chgData name="2011011 - Pritom Majumder" userId="55e6a8d5-ac58-43f4-b8fa-0b00d2d01bc8" providerId="ADAL" clId="{AA4F784F-FDD6-4203-A9D6-CE022B887B75}" dt="2026-06-09T14:20:08.522" v="3293" actId="166"/>
          <ac:spMkLst>
            <pc:docMk/>
            <pc:sldMk cId="2694527653" sldId="2786"/>
            <ac:spMk id="11" creationId="{8F5390BD-25B9-F1F7-7117-40FD09867AB9}"/>
          </ac:spMkLst>
        </pc:spChg>
        <pc:picChg chg="add mod">
          <ac:chgData name="2011011 - Pritom Majumder" userId="55e6a8d5-ac58-43f4-b8fa-0b00d2d01bc8" providerId="ADAL" clId="{AA4F784F-FDD6-4203-A9D6-CE022B887B75}" dt="2026-06-09T14:19:54.280" v="3292" actId="14100"/>
          <ac:picMkLst>
            <pc:docMk/>
            <pc:sldMk cId="2694527653" sldId="2786"/>
            <ac:picMk id="7" creationId="{BC184DD4-44B2-DCCE-C932-0DB04E379D31}"/>
          </ac:picMkLst>
        </pc:picChg>
        <pc:picChg chg="add mod">
          <ac:chgData name="2011011 - Pritom Majumder" userId="55e6a8d5-ac58-43f4-b8fa-0b00d2d01bc8" providerId="ADAL" clId="{AA4F784F-FDD6-4203-A9D6-CE022B887B75}" dt="2026-06-09T13:15:11.863" v="3278" actId="1076"/>
          <ac:picMkLst>
            <pc:docMk/>
            <pc:sldMk cId="2694527653" sldId="2786"/>
            <ac:picMk id="8" creationId="{1BFC1E5B-D69B-41EA-2A77-169D948CCCC1}"/>
          </ac:picMkLst>
        </pc:picChg>
      </pc:sldChg>
      <pc:sldChg chg="addSp delSp modSp add mod">
        <pc:chgData name="2011011 - Pritom Majumder" userId="55e6a8d5-ac58-43f4-b8fa-0b00d2d01bc8" providerId="ADAL" clId="{AA4F784F-FDD6-4203-A9D6-CE022B887B75}" dt="2026-06-11T05:24:31.170" v="5059" actId="2711"/>
        <pc:sldMkLst>
          <pc:docMk/>
          <pc:sldMk cId="3986840822" sldId="2787"/>
        </pc:sldMkLst>
        <pc:spChg chg="del">
          <ac:chgData name="2011011 - Pritom Majumder" userId="55e6a8d5-ac58-43f4-b8fa-0b00d2d01bc8" providerId="ADAL" clId="{AA4F784F-FDD6-4203-A9D6-CE022B887B75}" dt="2026-06-11T05:24:23.246" v="5056" actId="478"/>
          <ac:spMkLst>
            <pc:docMk/>
            <pc:sldMk cId="3986840822" sldId="2787"/>
            <ac:spMk id="4" creationId="{192B50C6-37FC-EB2A-BA46-B98C4D1744CD}"/>
          </ac:spMkLst>
        </pc:spChg>
        <pc:spChg chg="del">
          <ac:chgData name="2011011 - Pritom Majumder" userId="55e6a8d5-ac58-43f4-b8fa-0b00d2d01bc8" providerId="ADAL" clId="{AA4F784F-FDD6-4203-A9D6-CE022B887B75}" dt="2026-06-11T05:24:25.913" v="5057" actId="478"/>
          <ac:spMkLst>
            <pc:docMk/>
            <pc:sldMk cId="3986840822" sldId="2787"/>
            <ac:spMk id="5" creationId="{93EA5688-4BAC-B87D-9989-950A85BC7C5D}"/>
          </ac:spMkLst>
        </pc:spChg>
        <pc:spChg chg="mod">
          <ac:chgData name="2011011 - Pritom Majumder" userId="55e6a8d5-ac58-43f4-b8fa-0b00d2d01bc8" providerId="ADAL" clId="{AA4F784F-FDD6-4203-A9D6-CE022B887B75}" dt="2026-06-11T05:24:31.170" v="5059" actId="2711"/>
          <ac:spMkLst>
            <pc:docMk/>
            <pc:sldMk cId="3986840822" sldId="2787"/>
            <ac:spMk id="6" creationId="{C4F4CE1A-1830-7415-88A6-68D7433DE901}"/>
          </ac:spMkLst>
        </pc:spChg>
        <pc:spChg chg="add mod">
          <ac:chgData name="2011011 - Pritom Majumder" userId="55e6a8d5-ac58-43f4-b8fa-0b00d2d01bc8" providerId="ADAL" clId="{AA4F784F-FDD6-4203-A9D6-CE022B887B75}" dt="2026-06-09T15:45:17.480" v="3439" actId="1076"/>
          <ac:spMkLst>
            <pc:docMk/>
            <pc:sldMk cId="3986840822" sldId="2787"/>
            <ac:spMk id="17" creationId="{F54F5751-F13E-786A-E87B-1B458E2EC83F}"/>
          </ac:spMkLst>
        </pc:spChg>
        <pc:picChg chg="add mod">
          <ac:chgData name="2011011 - Pritom Majumder" userId="55e6a8d5-ac58-43f4-b8fa-0b00d2d01bc8" providerId="ADAL" clId="{AA4F784F-FDD6-4203-A9D6-CE022B887B75}" dt="2026-06-09T15:42:07.071" v="3345" actId="1076"/>
          <ac:picMkLst>
            <pc:docMk/>
            <pc:sldMk cId="3986840822" sldId="2787"/>
            <ac:picMk id="12" creationId="{B0DBEF1C-67E2-148D-30DA-D0DFA93FBA7E}"/>
          </ac:picMkLst>
        </pc:picChg>
        <pc:picChg chg="add mod">
          <ac:chgData name="2011011 - Pritom Majumder" userId="55e6a8d5-ac58-43f4-b8fa-0b00d2d01bc8" providerId="ADAL" clId="{AA4F784F-FDD6-4203-A9D6-CE022B887B75}" dt="2026-06-09T15:43:46.255" v="3352" actId="1076"/>
          <ac:picMkLst>
            <pc:docMk/>
            <pc:sldMk cId="3986840822" sldId="2787"/>
            <ac:picMk id="16" creationId="{50284408-A0FF-5E16-CB72-8AE229FFF65B}"/>
          </ac:picMkLst>
        </pc:picChg>
      </pc:sldChg>
      <pc:sldChg chg="addSp delSp modSp add mod">
        <pc:chgData name="2011011 - Pritom Majumder" userId="55e6a8d5-ac58-43f4-b8fa-0b00d2d01bc8" providerId="ADAL" clId="{AA4F784F-FDD6-4203-A9D6-CE022B887B75}" dt="2026-06-12T13:27:21.050" v="5597" actId="2711"/>
        <pc:sldMkLst>
          <pc:docMk/>
          <pc:sldMk cId="2647098339" sldId="2788"/>
        </pc:sldMkLst>
        <pc:spChg chg="add mod">
          <ac:chgData name="2011011 - Pritom Majumder" userId="55e6a8d5-ac58-43f4-b8fa-0b00d2d01bc8" providerId="ADAL" clId="{AA4F784F-FDD6-4203-A9D6-CE022B887B75}" dt="2026-06-12T13:27:21.050" v="5597" actId="2711"/>
          <ac:spMkLst>
            <pc:docMk/>
            <pc:sldMk cId="2647098339" sldId="2788"/>
            <ac:spMk id="4" creationId="{28147FE3-2CCC-615E-34DB-B734ABC8DF04}"/>
          </ac:spMkLst>
        </pc:spChg>
        <pc:spChg chg="del">
          <ac:chgData name="2011011 - Pritom Majumder" userId="55e6a8d5-ac58-43f4-b8fa-0b00d2d01bc8" providerId="ADAL" clId="{AA4F784F-FDD6-4203-A9D6-CE022B887B75}" dt="2026-06-11T05:24:36.600" v="5060" actId="478"/>
          <ac:spMkLst>
            <pc:docMk/>
            <pc:sldMk cId="2647098339" sldId="2788"/>
            <ac:spMk id="4" creationId="{D19AB3AC-2E45-3848-EBC5-4E6086576E74}"/>
          </ac:spMkLst>
        </pc:spChg>
        <pc:spChg chg="del">
          <ac:chgData name="2011011 - Pritom Majumder" userId="55e6a8d5-ac58-43f4-b8fa-0b00d2d01bc8" providerId="ADAL" clId="{AA4F784F-FDD6-4203-A9D6-CE022B887B75}" dt="2026-06-11T05:24:38.706" v="5061" actId="478"/>
          <ac:spMkLst>
            <pc:docMk/>
            <pc:sldMk cId="2647098339" sldId="2788"/>
            <ac:spMk id="5" creationId="{EE08FA13-D81D-0A83-F432-5024845E3C7D}"/>
          </ac:spMkLst>
        </pc:spChg>
        <pc:spChg chg="mod">
          <ac:chgData name="2011011 - Pritom Majumder" userId="55e6a8d5-ac58-43f4-b8fa-0b00d2d01bc8" providerId="ADAL" clId="{AA4F784F-FDD6-4203-A9D6-CE022B887B75}" dt="2026-06-11T05:24:43.759" v="5063" actId="2711"/>
          <ac:spMkLst>
            <pc:docMk/>
            <pc:sldMk cId="2647098339" sldId="2788"/>
            <ac:spMk id="6" creationId="{222F7930-E6A2-52A2-0ED8-8D4240614ABD}"/>
          </ac:spMkLst>
        </pc:spChg>
        <pc:spChg chg="add mod">
          <ac:chgData name="2011011 - Pritom Majumder" userId="55e6a8d5-ac58-43f4-b8fa-0b00d2d01bc8" providerId="ADAL" clId="{AA4F784F-FDD6-4203-A9D6-CE022B887B75}" dt="2026-06-12T06:16:49.540" v="5554" actId="20577"/>
          <ac:spMkLst>
            <pc:docMk/>
            <pc:sldMk cId="2647098339" sldId="2788"/>
            <ac:spMk id="9" creationId="{8E534AE5-9523-BA91-49AD-364804FB3080}"/>
          </ac:spMkLst>
        </pc:spChg>
        <pc:spChg chg="mod">
          <ac:chgData name="2011011 - Pritom Majumder" userId="55e6a8d5-ac58-43f4-b8fa-0b00d2d01bc8" providerId="ADAL" clId="{AA4F784F-FDD6-4203-A9D6-CE022B887B75}" dt="2026-06-12T06:15:10.523" v="5465" actId="164"/>
          <ac:spMkLst>
            <pc:docMk/>
            <pc:sldMk cId="2647098339" sldId="2788"/>
            <ac:spMk id="17" creationId="{CBD93D6A-EB40-967D-A528-290A5C6F1A58}"/>
          </ac:spMkLst>
        </pc:spChg>
        <pc:grpChg chg="add mod">
          <ac:chgData name="2011011 - Pritom Majumder" userId="55e6a8d5-ac58-43f4-b8fa-0b00d2d01bc8" providerId="ADAL" clId="{AA4F784F-FDD6-4203-A9D6-CE022B887B75}" dt="2026-06-12T13:26:43.291" v="5576" actId="1076"/>
          <ac:grpSpMkLst>
            <pc:docMk/>
            <pc:sldMk cId="2647098339" sldId="2788"/>
            <ac:grpSpMk id="3" creationId="{EE5C97ED-7EE9-15B7-89F3-7234FCAF6898}"/>
          </ac:grpSpMkLst>
        </pc:grpChg>
        <pc:picChg chg="add mod">
          <ac:chgData name="2011011 - Pritom Majumder" userId="55e6a8d5-ac58-43f4-b8fa-0b00d2d01bc8" providerId="ADAL" clId="{AA4F784F-FDD6-4203-A9D6-CE022B887B75}" dt="2026-06-12T06:15:54.461" v="5472" actId="1076"/>
          <ac:picMkLst>
            <pc:docMk/>
            <pc:sldMk cId="2647098339" sldId="2788"/>
            <ac:picMk id="5" creationId="{C4F7A996-1155-1D43-1B56-DEF7E746D1D4}"/>
          </ac:picMkLst>
        </pc:picChg>
        <pc:picChg chg="add mod">
          <ac:chgData name="2011011 - Pritom Majumder" userId="55e6a8d5-ac58-43f4-b8fa-0b00d2d01bc8" providerId="ADAL" clId="{AA4F784F-FDD6-4203-A9D6-CE022B887B75}" dt="2026-06-12T06:15:10.523" v="5465" actId="164"/>
          <ac:picMkLst>
            <pc:docMk/>
            <pc:sldMk cId="2647098339" sldId="2788"/>
            <ac:picMk id="7" creationId="{80400031-50A6-AD00-93DA-BCE9B8BF0D98}"/>
          </ac:picMkLst>
        </pc:picChg>
      </pc:sldChg>
      <pc:sldChg chg="addSp delSp modSp add mod ord">
        <pc:chgData name="2011011 - Pritom Majumder" userId="55e6a8d5-ac58-43f4-b8fa-0b00d2d01bc8" providerId="ADAL" clId="{AA4F784F-FDD6-4203-A9D6-CE022B887B75}" dt="2026-06-11T05:24:57.420" v="5067" actId="2711"/>
        <pc:sldMkLst>
          <pc:docMk/>
          <pc:sldMk cId="3859212490" sldId="2789"/>
        </pc:sldMkLst>
        <pc:spChg chg="mod">
          <ac:chgData name="2011011 - Pritom Majumder" userId="55e6a8d5-ac58-43f4-b8fa-0b00d2d01bc8" providerId="ADAL" clId="{AA4F784F-FDD6-4203-A9D6-CE022B887B75}" dt="2026-06-10T13:49:18.490" v="3506" actId="14100"/>
          <ac:spMkLst>
            <pc:docMk/>
            <pc:sldMk cId="3859212490" sldId="2789"/>
            <ac:spMk id="2" creationId="{3A4A8578-16AB-8EE6-93D1-5A6D2E15519F}"/>
          </ac:spMkLst>
        </pc:spChg>
        <pc:spChg chg="del">
          <ac:chgData name="2011011 - Pritom Majumder" userId="55e6a8d5-ac58-43f4-b8fa-0b00d2d01bc8" providerId="ADAL" clId="{AA4F784F-FDD6-4203-A9D6-CE022B887B75}" dt="2026-06-11T05:24:51.539" v="5065" actId="478"/>
          <ac:spMkLst>
            <pc:docMk/>
            <pc:sldMk cId="3859212490" sldId="2789"/>
            <ac:spMk id="4" creationId="{512BF9F9-378F-1B5B-0423-5AEAF2D39D88}"/>
          </ac:spMkLst>
        </pc:spChg>
        <pc:spChg chg="del">
          <ac:chgData name="2011011 - Pritom Majumder" userId="55e6a8d5-ac58-43f4-b8fa-0b00d2d01bc8" providerId="ADAL" clId="{AA4F784F-FDD6-4203-A9D6-CE022B887B75}" dt="2026-06-11T05:24:49.197" v="5064" actId="478"/>
          <ac:spMkLst>
            <pc:docMk/>
            <pc:sldMk cId="3859212490" sldId="2789"/>
            <ac:spMk id="5" creationId="{E02FCD29-EB11-6240-FC2C-8704CC375DDD}"/>
          </ac:spMkLst>
        </pc:spChg>
        <pc:spChg chg="mod">
          <ac:chgData name="2011011 - Pritom Majumder" userId="55e6a8d5-ac58-43f4-b8fa-0b00d2d01bc8" providerId="ADAL" clId="{AA4F784F-FDD6-4203-A9D6-CE022B887B75}" dt="2026-06-11T05:24:57.420" v="5067" actId="2711"/>
          <ac:spMkLst>
            <pc:docMk/>
            <pc:sldMk cId="3859212490" sldId="2789"/>
            <ac:spMk id="6" creationId="{98F709D5-EF16-13FD-DF0E-47E800BB8F08}"/>
          </ac:spMkLst>
        </pc:spChg>
        <pc:spChg chg="add mod">
          <ac:chgData name="2011011 - Pritom Majumder" userId="55e6a8d5-ac58-43f4-b8fa-0b00d2d01bc8" providerId="ADAL" clId="{AA4F784F-FDD6-4203-A9D6-CE022B887B75}" dt="2026-06-10T13:52:20.052" v="3560" actId="20577"/>
          <ac:spMkLst>
            <pc:docMk/>
            <pc:sldMk cId="3859212490" sldId="2789"/>
            <ac:spMk id="11" creationId="{90B002B8-B2B7-F366-0766-6A3CA948A341}"/>
          </ac:spMkLst>
        </pc:spChg>
        <pc:spChg chg="mod">
          <ac:chgData name="2011011 - Pritom Majumder" userId="55e6a8d5-ac58-43f4-b8fa-0b00d2d01bc8" providerId="ADAL" clId="{AA4F784F-FDD6-4203-A9D6-CE022B887B75}" dt="2026-06-11T04:23:24.503" v="4476" actId="164"/>
          <ac:spMkLst>
            <pc:docMk/>
            <pc:sldMk cId="3859212490" sldId="2789"/>
            <ac:spMk id="17" creationId="{075C57C2-3683-1D8F-AC87-3A6D256240F7}"/>
          </ac:spMkLst>
        </pc:spChg>
        <pc:grpChg chg="add mod">
          <ac:chgData name="2011011 - Pritom Majumder" userId="55e6a8d5-ac58-43f4-b8fa-0b00d2d01bc8" providerId="ADAL" clId="{AA4F784F-FDD6-4203-A9D6-CE022B887B75}" dt="2026-06-11T04:23:24.503" v="4476" actId="164"/>
          <ac:grpSpMkLst>
            <pc:docMk/>
            <pc:sldMk cId="3859212490" sldId="2789"/>
            <ac:grpSpMk id="3" creationId="{C363D69B-1D7C-0584-EB85-EBECF319BE07}"/>
          </ac:grpSpMkLst>
        </pc:grpChg>
        <pc:picChg chg="add mod">
          <ac:chgData name="2011011 - Pritom Majumder" userId="55e6a8d5-ac58-43f4-b8fa-0b00d2d01bc8" providerId="ADAL" clId="{AA4F784F-FDD6-4203-A9D6-CE022B887B75}" dt="2026-06-11T04:23:24.503" v="4476" actId="164"/>
          <ac:picMkLst>
            <pc:docMk/>
            <pc:sldMk cId="3859212490" sldId="2789"/>
            <ac:picMk id="8" creationId="{6C39EE52-29BA-DE82-37A1-917504F1402E}"/>
          </ac:picMkLst>
        </pc:picChg>
        <pc:picChg chg="add mod">
          <ac:chgData name="2011011 - Pritom Majumder" userId="55e6a8d5-ac58-43f4-b8fa-0b00d2d01bc8" providerId="ADAL" clId="{AA4F784F-FDD6-4203-A9D6-CE022B887B75}" dt="2026-06-10T13:52:02.687" v="3548" actId="1076"/>
          <ac:picMkLst>
            <pc:docMk/>
            <pc:sldMk cId="3859212490" sldId="2789"/>
            <ac:picMk id="10" creationId="{40532321-22E3-ED13-7AAD-8BC84E4E722A}"/>
          </ac:picMkLst>
        </pc:picChg>
      </pc:sldChg>
      <pc:sldChg chg="addSp delSp modSp add mod">
        <pc:chgData name="2011011 - Pritom Majumder" userId="55e6a8d5-ac58-43f4-b8fa-0b00d2d01bc8" providerId="ADAL" clId="{AA4F784F-FDD6-4203-A9D6-CE022B887B75}" dt="2026-06-11T05:25:20.338" v="5075" actId="2711"/>
        <pc:sldMkLst>
          <pc:docMk/>
          <pc:sldMk cId="1608758085" sldId="2790"/>
        </pc:sldMkLst>
        <pc:spChg chg="del">
          <ac:chgData name="2011011 - Pritom Majumder" userId="55e6a8d5-ac58-43f4-b8fa-0b00d2d01bc8" providerId="ADAL" clId="{AA4F784F-FDD6-4203-A9D6-CE022B887B75}" dt="2026-06-11T05:25:13.196" v="5072" actId="478"/>
          <ac:spMkLst>
            <pc:docMk/>
            <pc:sldMk cId="1608758085" sldId="2790"/>
            <ac:spMk id="4" creationId="{18842DD1-B965-091A-5C2C-1086CF9AA7B0}"/>
          </ac:spMkLst>
        </pc:spChg>
        <pc:spChg chg="del">
          <ac:chgData name="2011011 - Pritom Majumder" userId="55e6a8d5-ac58-43f4-b8fa-0b00d2d01bc8" providerId="ADAL" clId="{AA4F784F-FDD6-4203-A9D6-CE022B887B75}" dt="2026-06-11T05:25:14.863" v="5073" actId="478"/>
          <ac:spMkLst>
            <pc:docMk/>
            <pc:sldMk cId="1608758085" sldId="2790"/>
            <ac:spMk id="5" creationId="{A69C72E1-8D3B-B71E-00A9-04E930164983}"/>
          </ac:spMkLst>
        </pc:spChg>
        <pc:spChg chg="mod">
          <ac:chgData name="2011011 - Pritom Majumder" userId="55e6a8d5-ac58-43f4-b8fa-0b00d2d01bc8" providerId="ADAL" clId="{AA4F784F-FDD6-4203-A9D6-CE022B887B75}" dt="2026-06-11T05:25:20.338" v="5075" actId="2711"/>
          <ac:spMkLst>
            <pc:docMk/>
            <pc:sldMk cId="1608758085" sldId="2790"/>
            <ac:spMk id="6" creationId="{63445F77-082C-3DFF-8F8D-CAA4069F7AE3}"/>
          </ac:spMkLst>
        </pc:spChg>
        <pc:spChg chg="mod">
          <ac:chgData name="2011011 - Pritom Majumder" userId="55e6a8d5-ac58-43f4-b8fa-0b00d2d01bc8" providerId="ADAL" clId="{AA4F784F-FDD6-4203-A9D6-CE022B887B75}" dt="2026-06-10T13:53:43.776" v="3592" actId="164"/>
          <ac:spMkLst>
            <pc:docMk/>
            <pc:sldMk cId="1608758085" sldId="2790"/>
            <ac:spMk id="11" creationId="{4F8A3BD5-F343-FF0E-4C51-C49E396E51C6}"/>
          </ac:spMkLst>
        </pc:spChg>
        <pc:spChg chg="mod">
          <ac:chgData name="2011011 - Pritom Majumder" userId="55e6a8d5-ac58-43f4-b8fa-0b00d2d01bc8" providerId="ADAL" clId="{AA4F784F-FDD6-4203-A9D6-CE022B887B75}" dt="2026-06-10T13:53:46.367" v="3593" actId="164"/>
          <ac:spMkLst>
            <pc:docMk/>
            <pc:sldMk cId="1608758085" sldId="2790"/>
            <ac:spMk id="17" creationId="{53320AE7-66E6-C645-054E-1FBD496A9B2A}"/>
          </ac:spMkLst>
        </pc:spChg>
        <pc:grpChg chg="add mod">
          <ac:chgData name="2011011 - Pritom Majumder" userId="55e6a8d5-ac58-43f4-b8fa-0b00d2d01bc8" providerId="ADAL" clId="{AA4F784F-FDD6-4203-A9D6-CE022B887B75}" dt="2026-06-10T13:53:58.774" v="3596" actId="1076"/>
          <ac:grpSpMkLst>
            <pc:docMk/>
            <pc:sldMk cId="1608758085" sldId="2790"/>
            <ac:grpSpMk id="13" creationId="{CD9A6CB2-06CE-D66A-28AE-958B7EF6388E}"/>
          </ac:grpSpMkLst>
        </pc:grpChg>
        <pc:grpChg chg="add mod">
          <ac:chgData name="2011011 - Pritom Majumder" userId="55e6a8d5-ac58-43f4-b8fa-0b00d2d01bc8" providerId="ADAL" clId="{AA4F784F-FDD6-4203-A9D6-CE022B887B75}" dt="2026-06-10T13:53:54.348" v="3595" actId="1076"/>
          <ac:grpSpMkLst>
            <pc:docMk/>
            <pc:sldMk cId="1608758085" sldId="2790"/>
            <ac:grpSpMk id="14" creationId="{6F2FB6D5-78FB-E2C3-742E-749340AC0865}"/>
          </ac:grpSpMkLst>
        </pc:grpChg>
        <pc:picChg chg="add mod">
          <ac:chgData name="2011011 - Pritom Majumder" userId="55e6a8d5-ac58-43f4-b8fa-0b00d2d01bc8" providerId="ADAL" clId="{AA4F784F-FDD6-4203-A9D6-CE022B887B75}" dt="2026-06-10T13:53:46.367" v="3593" actId="164"/>
          <ac:picMkLst>
            <pc:docMk/>
            <pc:sldMk cId="1608758085" sldId="2790"/>
            <ac:picMk id="7" creationId="{87660667-06D9-15A1-2B6D-DEA730857D1D}"/>
          </ac:picMkLst>
        </pc:picChg>
        <pc:picChg chg="add mod">
          <ac:chgData name="2011011 - Pritom Majumder" userId="55e6a8d5-ac58-43f4-b8fa-0b00d2d01bc8" providerId="ADAL" clId="{AA4F784F-FDD6-4203-A9D6-CE022B887B75}" dt="2026-06-10T13:53:43.776" v="3592" actId="164"/>
          <ac:picMkLst>
            <pc:docMk/>
            <pc:sldMk cId="1608758085" sldId="2790"/>
            <ac:picMk id="12" creationId="{660C4CC7-C9CB-D932-CDC4-B08B085A5CE4}"/>
          </ac:picMkLst>
        </pc:picChg>
      </pc:sldChg>
      <pc:sldChg chg="addSp delSp modSp add mod">
        <pc:chgData name="2011011 - Pritom Majumder" userId="55e6a8d5-ac58-43f4-b8fa-0b00d2d01bc8" providerId="ADAL" clId="{AA4F784F-FDD6-4203-A9D6-CE022B887B75}" dt="2026-06-11T05:25:32.848" v="5079" actId="2711"/>
        <pc:sldMkLst>
          <pc:docMk/>
          <pc:sldMk cId="3999068513" sldId="2791"/>
        </pc:sldMkLst>
        <pc:spChg chg="del">
          <ac:chgData name="2011011 - Pritom Majumder" userId="55e6a8d5-ac58-43f4-b8fa-0b00d2d01bc8" providerId="ADAL" clId="{AA4F784F-FDD6-4203-A9D6-CE022B887B75}" dt="2026-06-11T05:25:24.654" v="5076" actId="478"/>
          <ac:spMkLst>
            <pc:docMk/>
            <pc:sldMk cId="3999068513" sldId="2791"/>
            <ac:spMk id="4" creationId="{B2B2960E-C96F-0333-4D94-4120FBA083AA}"/>
          </ac:spMkLst>
        </pc:spChg>
        <pc:spChg chg="del">
          <ac:chgData name="2011011 - Pritom Majumder" userId="55e6a8d5-ac58-43f4-b8fa-0b00d2d01bc8" providerId="ADAL" clId="{AA4F784F-FDD6-4203-A9D6-CE022B887B75}" dt="2026-06-11T05:25:26.341" v="5077" actId="478"/>
          <ac:spMkLst>
            <pc:docMk/>
            <pc:sldMk cId="3999068513" sldId="2791"/>
            <ac:spMk id="5" creationId="{AC4D55F9-BAD7-E032-E0F9-94483C7E4734}"/>
          </ac:spMkLst>
        </pc:spChg>
        <pc:spChg chg="mod">
          <ac:chgData name="2011011 - Pritom Majumder" userId="55e6a8d5-ac58-43f4-b8fa-0b00d2d01bc8" providerId="ADAL" clId="{AA4F784F-FDD6-4203-A9D6-CE022B887B75}" dt="2026-06-11T05:25:32.848" v="5079" actId="2711"/>
          <ac:spMkLst>
            <pc:docMk/>
            <pc:sldMk cId="3999068513" sldId="2791"/>
            <ac:spMk id="6" creationId="{25E4462D-EDAE-F999-794A-8094A1636632}"/>
          </ac:spMkLst>
        </pc:spChg>
        <pc:spChg chg="add mod">
          <ac:chgData name="2011011 - Pritom Majumder" userId="55e6a8d5-ac58-43f4-b8fa-0b00d2d01bc8" providerId="ADAL" clId="{AA4F784F-FDD6-4203-A9D6-CE022B887B75}" dt="2026-06-11T03:29:37.737" v="4019" actId="164"/>
          <ac:spMkLst>
            <pc:docMk/>
            <pc:sldMk cId="3999068513" sldId="2791"/>
            <ac:spMk id="10" creationId="{9DD37620-D6AD-DAE2-8022-C1D5C8CCB43B}"/>
          </ac:spMkLst>
        </pc:spChg>
        <pc:grpChg chg="add mod">
          <ac:chgData name="2011011 - Pritom Majumder" userId="55e6a8d5-ac58-43f4-b8fa-0b00d2d01bc8" providerId="ADAL" clId="{AA4F784F-FDD6-4203-A9D6-CE022B887B75}" dt="2026-06-11T03:29:37.737" v="4019" actId="164"/>
          <ac:grpSpMkLst>
            <pc:docMk/>
            <pc:sldMk cId="3999068513" sldId="2791"/>
            <ac:grpSpMk id="3" creationId="{5DB96DC9-A163-E95C-4119-4387D3025FD8}"/>
          </ac:grpSpMkLst>
        </pc:grpChg>
        <pc:picChg chg="add mod">
          <ac:chgData name="2011011 - Pritom Majumder" userId="55e6a8d5-ac58-43f4-b8fa-0b00d2d01bc8" providerId="ADAL" clId="{AA4F784F-FDD6-4203-A9D6-CE022B887B75}" dt="2026-06-11T03:29:37.737" v="4019" actId="164"/>
          <ac:picMkLst>
            <pc:docMk/>
            <pc:sldMk cId="3999068513" sldId="2791"/>
            <ac:picMk id="8" creationId="{495549FF-3959-ED52-D53D-6CDA837AFCF6}"/>
          </ac:picMkLst>
        </pc:picChg>
      </pc:sldChg>
      <pc:sldChg chg="addSp delSp modSp add mod">
        <pc:chgData name="2011011 - Pritom Majumder" userId="55e6a8d5-ac58-43f4-b8fa-0b00d2d01bc8" providerId="ADAL" clId="{AA4F784F-FDD6-4203-A9D6-CE022B887B75}" dt="2026-06-11T05:25:55.743" v="5087" actId="2711"/>
        <pc:sldMkLst>
          <pc:docMk/>
          <pc:sldMk cId="4082403735" sldId="2792"/>
        </pc:sldMkLst>
        <pc:spChg chg="mod">
          <ac:chgData name="2011011 - Pritom Majumder" userId="55e6a8d5-ac58-43f4-b8fa-0b00d2d01bc8" providerId="ADAL" clId="{AA4F784F-FDD6-4203-A9D6-CE022B887B75}" dt="2026-06-10T13:56:54.818" v="3643" actId="20577"/>
          <ac:spMkLst>
            <pc:docMk/>
            <pc:sldMk cId="4082403735" sldId="2792"/>
            <ac:spMk id="2" creationId="{362F5005-2502-BBE8-83CE-0EAAF0EFFEB2}"/>
          </ac:spMkLst>
        </pc:spChg>
        <pc:spChg chg="del">
          <ac:chgData name="2011011 - Pritom Majumder" userId="55e6a8d5-ac58-43f4-b8fa-0b00d2d01bc8" providerId="ADAL" clId="{AA4F784F-FDD6-4203-A9D6-CE022B887B75}" dt="2026-06-11T05:25:48.799" v="5084" actId="478"/>
          <ac:spMkLst>
            <pc:docMk/>
            <pc:sldMk cId="4082403735" sldId="2792"/>
            <ac:spMk id="4" creationId="{F4ED5459-DCEE-73A6-4693-D9E85CF0F5D7}"/>
          </ac:spMkLst>
        </pc:spChg>
        <pc:spChg chg="del">
          <ac:chgData name="2011011 - Pritom Majumder" userId="55e6a8d5-ac58-43f4-b8fa-0b00d2d01bc8" providerId="ADAL" clId="{AA4F784F-FDD6-4203-A9D6-CE022B887B75}" dt="2026-06-11T05:25:50.445" v="5085" actId="478"/>
          <ac:spMkLst>
            <pc:docMk/>
            <pc:sldMk cId="4082403735" sldId="2792"/>
            <ac:spMk id="5" creationId="{9898AC32-9DCC-E60A-6D01-C8DD1419A15C}"/>
          </ac:spMkLst>
        </pc:spChg>
        <pc:spChg chg="mod">
          <ac:chgData name="2011011 - Pritom Majumder" userId="55e6a8d5-ac58-43f4-b8fa-0b00d2d01bc8" providerId="ADAL" clId="{AA4F784F-FDD6-4203-A9D6-CE022B887B75}" dt="2026-06-11T05:25:55.743" v="5087" actId="2711"/>
          <ac:spMkLst>
            <pc:docMk/>
            <pc:sldMk cId="4082403735" sldId="2792"/>
            <ac:spMk id="6" creationId="{FB570A31-4240-6ECC-8164-9709B5F48183}"/>
          </ac:spMkLst>
        </pc:spChg>
        <pc:spChg chg="add mod">
          <ac:chgData name="2011011 - Pritom Majumder" userId="55e6a8d5-ac58-43f4-b8fa-0b00d2d01bc8" providerId="ADAL" clId="{AA4F784F-FDD6-4203-A9D6-CE022B887B75}" dt="2026-06-11T04:01:13.107" v="4446" actId="1076"/>
          <ac:spMkLst>
            <pc:docMk/>
            <pc:sldMk cId="4082403735" sldId="2792"/>
            <ac:spMk id="8" creationId="{31E4A010-73FD-D387-F8CE-12205C709117}"/>
          </ac:spMkLst>
        </pc:spChg>
        <pc:spChg chg="add mod">
          <ac:chgData name="2011011 - Pritom Majumder" userId="55e6a8d5-ac58-43f4-b8fa-0b00d2d01bc8" providerId="ADAL" clId="{AA4F784F-FDD6-4203-A9D6-CE022B887B75}" dt="2026-06-11T04:03:33.784" v="4452" actId="1076"/>
          <ac:spMkLst>
            <pc:docMk/>
            <pc:sldMk cId="4082403735" sldId="2792"/>
            <ac:spMk id="9" creationId="{765BC0D3-FFC6-90F9-911F-30A987586604}"/>
          </ac:spMkLst>
        </pc:spChg>
        <pc:spChg chg="mod">
          <ac:chgData name="2011011 - Pritom Majumder" userId="55e6a8d5-ac58-43f4-b8fa-0b00d2d01bc8" providerId="ADAL" clId="{AA4F784F-FDD6-4203-A9D6-CE022B887B75}" dt="2026-06-10T14:00:41.375" v="3736" actId="1076"/>
          <ac:spMkLst>
            <pc:docMk/>
            <pc:sldMk cId="4082403735" sldId="2792"/>
            <ac:spMk id="10" creationId="{8DB28DC0-052C-1269-9565-B3BFDD456172}"/>
          </ac:spMkLst>
        </pc:spChg>
        <pc:spChg chg="add mod">
          <ac:chgData name="2011011 - Pritom Majumder" userId="55e6a8d5-ac58-43f4-b8fa-0b00d2d01bc8" providerId="ADAL" clId="{AA4F784F-FDD6-4203-A9D6-CE022B887B75}" dt="2026-06-10T14:02:22.828" v="3757" actId="1076"/>
          <ac:spMkLst>
            <pc:docMk/>
            <pc:sldMk cId="4082403735" sldId="2792"/>
            <ac:spMk id="14" creationId="{F610389F-60E6-1087-2A68-FB3529899077}"/>
          </ac:spMkLst>
        </pc:spChg>
        <pc:spChg chg="add mod">
          <ac:chgData name="2011011 - Pritom Majumder" userId="55e6a8d5-ac58-43f4-b8fa-0b00d2d01bc8" providerId="ADAL" clId="{AA4F784F-FDD6-4203-A9D6-CE022B887B75}" dt="2026-06-10T14:02:51.550" v="3766" actId="14100"/>
          <ac:spMkLst>
            <pc:docMk/>
            <pc:sldMk cId="4082403735" sldId="2792"/>
            <ac:spMk id="15" creationId="{E07CED57-5B18-D4AB-66AC-BD9062D1A85E}"/>
          </ac:spMkLst>
        </pc:spChg>
        <pc:spChg chg="add mod">
          <ac:chgData name="2011011 - Pritom Majumder" userId="55e6a8d5-ac58-43f4-b8fa-0b00d2d01bc8" providerId="ADAL" clId="{AA4F784F-FDD6-4203-A9D6-CE022B887B75}" dt="2026-06-10T14:02:30.404" v="3761" actId="20577"/>
          <ac:spMkLst>
            <pc:docMk/>
            <pc:sldMk cId="4082403735" sldId="2792"/>
            <ac:spMk id="16" creationId="{4BFAC597-8436-51C7-1734-14518DA80F6C}"/>
          </ac:spMkLst>
        </pc:spChg>
        <pc:picChg chg="add mod">
          <ac:chgData name="2011011 - Pritom Majumder" userId="55e6a8d5-ac58-43f4-b8fa-0b00d2d01bc8" providerId="ADAL" clId="{AA4F784F-FDD6-4203-A9D6-CE022B887B75}" dt="2026-06-10T13:58:21.823" v="3649" actId="14100"/>
          <ac:picMkLst>
            <pc:docMk/>
            <pc:sldMk cId="4082403735" sldId="2792"/>
            <ac:picMk id="7" creationId="{958837C9-29AC-C64D-B0A9-9D26C4B02973}"/>
          </ac:picMkLst>
        </pc:picChg>
        <pc:picChg chg="add mod">
          <ac:chgData name="2011011 - Pritom Majumder" userId="55e6a8d5-ac58-43f4-b8fa-0b00d2d01bc8" providerId="ADAL" clId="{AA4F784F-FDD6-4203-A9D6-CE022B887B75}" dt="2026-06-10T14:01:59.300" v="3748" actId="1076"/>
          <ac:picMkLst>
            <pc:docMk/>
            <pc:sldMk cId="4082403735" sldId="2792"/>
            <ac:picMk id="11" creationId="{3C3CA6E6-0AF9-F0D9-24E0-602CE0BA9BC5}"/>
          </ac:picMkLst>
        </pc:picChg>
        <pc:picChg chg="add mod">
          <ac:chgData name="2011011 - Pritom Majumder" userId="55e6a8d5-ac58-43f4-b8fa-0b00d2d01bc8" providerId="ADAL" clId="{AA4F784F-FDD6-4203-A9D6-CE022B887B75}" dt="2026-06-10T13:59:19.423" v="3663" actId="1076"/>
          <ac:picMkLst>
            <pc:docMk/>
            <pc:sldMk cId="4082403735" sldId="2792"/>
            <ac:picMk id="13" creationId="{20403264-508B-45F5-1959-A636C6E7B728}"/>
          </ac:picMkLst>
        </pc:picChg>
      </pc:sldChg>
      <pc:sldChg chg="addSp delSp modSp add mod">
        <pc:chgData name="2011011 - Pritom Majumder" userId="55e6a8d5-ac58-43f4-b8fa-0b00d2d01bc8" providerId="ADAL" clId="{AA4F784F-FDD6-4203-A9D6-CE022B887B75}" dt="2026-06-11T05:26:05.930" v="5090" actId="2711"/>
        <pc:sldMkLst>
          <pc:docMk/>
          <pc:sldMk cId="1000664316" sldId="2793"/>
        </pc:sldMkLst>
        <pc:spChg chg="mod">
          <ac:chgData name="2011011 - Pritom Majumder" userId="55e6a8d5-ac58-43f4-b8fa-0b00d2d01bc8" providerId="ADAL" clId="{AA4F784F-FDD6-4203-A9D6-CE022B887B75}" dt="2026-06-10T14:03:21.108" v="3786" actId="20577"/>
          <ac:spMkLst>
            <pc:docMk/>
            <pc:sldMk cId="1000664316" sldId="2793"/>
            <ac:spMk id="2" creationId="{FF707E74-634D-DC00-84D1-BAE11CA4D9A8}"/>
          </ac:spMkLst>
        </pc:spChg>
        <pc:spChg chg="del">
          <ac:chgData name="2011011 - Pritom Majumder" userId="55e6a8d5-ac58-43f4-b8fa-0b00d2d01bc8" providerId="ADAL" clId="{AA4F784F-FDD6-4203-A9D6-CE022B887B75}" dt="2026-06-11T05:25:59.952" v="5088" actId="478"/>
          <ac:spMkLst>
            <pc:docMk/>
            <pc:sldMk cId="1000664316" sldId="2793"/>
            <ac:spMk id="5" creationId="{648A65A1-F6B6-4A0F-9C30-CDA6134A151B}"/>
          </ac:spMkLst>
        </pc:spChg>
        <pc:spChg chg="mod">
          <ac:chgData name="2011011 - Pritom Majumder" userId="55e6a8d5-ac58-43f4-b8fa-0b00d2d01bc8" providerId="ADAL" clId="{AA4F784F-FDD6-4203-A9D6-CE022B887B75}" dt="2026-06-11T05:26:05.930" v="5090" actId="2711"/>
          <ac:spMkLst>
            <pc:docMk/>
            <pc:sldMk cId="1000664316" sldId="2793"/>
            <ac:spMk id="6" creationId="{B4285551-4F6C-E237-6323-94438F0733A0}"/>
          </ac:spMkLst>
        </pc:spChg>
        <pc:spChg chg="add mod">
          <ac:chgData name="2011011 - Pritom Majumder" userId="55e6a8d5-ac58-43f4-b8fa-0b00d2d01bc8" providerId="ADAL" clId="{AA4F784F-FDD6-4203-A9D6-CE022B887B75}" dt="2026-06-11T03:52:16.001" v="4258" actId="1076"/>
          <ac:spMkLst>
            <pc:docMk/>
            <pc:sldMk cId="1000664316" sldId="2793"/>
            <ac:spMk id="8" creationId="{559D97DA-4A69-DB16-6FEF-D38042736C55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11T03:52:11.911" v="4257" actId="1076"/>
          <ac:graphicFrameMkLst>
            <pc:docMk/>
            <pc:sldMk cId="1000664316" sldId="2793"/>
            <ac:graphicFrameMk id="3" creationId="{33A88A6B-F9C8-95CF-EF5E-C1D7B4E78A00}"/>
          </ac:graphicFrameMkLst>
        </pc:graphicFrameChg>
        <pc:graphicFrameChg chg="add mod modGraphic">
          <ac:chgData name="2011011 - Pritom Majumder" userId="55e6a8d5-ac58-43f4-b8fa-0b00d2d01bc8" providerId="ADAL" clId="{AA4F784F-FDD6-4203-A9D6-CE022B887B75}" dt="2026-06-11T04:15:12.983" v="4469" actId="1076"/>
          <ac:graphicFrameMkLst>
            <pc:docMk/>
            <pc:sldMk cId="1000664316" sldId="2793"/>
            <ac:graphicFrameMk id="4" creationId="{6ACDB196-DB4A-D24C-3072-9B19B8891F83}"/>
          </ac:graphicFrameMkLst>
        </pc:graphicFrameChg>
      </pc:sldChg>
      <pc:sldChg chg="addSp delSp modSp add mod modTransition modAnim">
        <pc:chgData name="2011011 - Pritom Majumder" userId="55e6a8d5-ac58-43f4-b8fa-0b00d2d01bc8" providerId="ADAL" clId="{AA4F784F-FDD6-4203-A9D6-CE022B887B75}" dt="2026-06-12T14:32:19.329" v="5856" actId="20577"/>
        <pc:sldMkLst>
          <pc:docMk/>
          <pc:sldMk cId="969664531" sldId="2794"/>
        </pc:sldMkLst>
        <pc:spChg chg="del">
          <ac:chgData name="2011011 - Pritom Majumder" userId="55e6a8d5-ac58-43f4-b8fa-0b00d2d01bc8" providerId="ADAL" clId="{AA4F784F-FDD6-4203-A9D6-CE022B887B75}" dt="2026-06-11T05:22:17.980" v="5016" actId="478"/>
          <ac:spMkLst>
            <pc:docMk/>
            <pc:sldMk cId="969664531" sldId="2794"/>
            <ac:spMk id="3" creationId="{4D04CD07-7BF1-FD60-192A-727C9634752D}"/>
          </ac:spMkLst>
        </pc:spChg>
        <pc:spChg chg="del">
          <ac:chgData name="2011011 - Pritom Majumder" userId="55e6a8d5-ac58-43f4-b8fa-0b00d2d01bc8" providerId="ADAL" clId="{AA4F784F-FDD6-4203-A9D6-CE022B887B75}" dt="2026-06-11T05:22:16.176" v="5015" actId="478"/>
          <ac:spMkLst>
            <pc:docMk/>
            <pc:sldMk cId="969664531" sldId="2794"/>
            <ac:spMk id="4" creationId="{5B0D1E4C-9E06-DA70-B15E-2F7A3693916E}"/>
          </ac:spMkLst>
        </pc:spChg>
        <pc:spChg chg="mod">
          <ac:chgData name="2011011 - Pritom Majumder" userId="55e6a8d5-ac58-43f4-b8fa-0b00d2d01bc8" providerId="ADAL" clId="{AA4F784F-FDD6-4203-A9D6-CE022B887B75}" dt="2026-06-11T05:22:24.348" v="5018" actId="2711"/>
          <ac:spMkLst>
            <pc:docMk/>
            <pc:sldMk cId="969664531" sldId="2794"/>
            <ac:spMk id="5" creationId="{554137FF-BFD1-50A7-D2AA-EFBAC048937A}"/>
          </ac:spMkLst>
        </pc:spChg>
        <pc:spChg chg="mod">
          <ac:chgData name="2011011 - Pritom Majumder" userId="55e6a8d5-ac58-43f4-b8fa-0b00d2d01bc8" providerId="ADAL" clId="{AA4F784F-FDD6-4203-A9D6-CE022B887B75}" dt="2026-06-12T14:32:19.329" v="5856" actId="20577"/>
          <ac:spMkLst>
            <pc:docMk/>
            <pc:sldMk cId="969664531" sldId="2794"/>
            <ac:spMk id="7" creationId="{72471D19-3243-E880-0F4C-A296BDC9649E}"/>
          </ac:spMkLst>
        </pc:spChg>
        <pc:spChg chg="add mod">
          <ac:chgData name="2011011 - Pritom Majumder" userId="55e6a8d5-ac58-43f4-b8fa-0b00d2d01bc8" providerId="ADAL" clId="{AA4F784F-FDD6-4203-A9D6-CE022B887B75}" dt="2026-06-10T15:45:42.228" v="4006" actId="207"/>
          <ac:spMkLst>
            <pc:docMk/>
            <pc:sldMk cId="969664531" sldId="2794"/>
            <ac:spMk id="10" creationId="{75ED683C-2B8D-69CC-4FC8-F56164823A91}"/>
          </ac:spMkLst>
        </pc:spChg>
        <pc:spChg chg="add mod">
          <ac:chgData name="2011011 - Pritom Majumder" userId="55e6a8d5-ac58-43f4-b8fa-0b00d2d01bc8" providerId="ADAL" clId="{AA4F784F-FDD6-4203-A9D6-CE022B887B75}" dt="2026-06-10T15:46:07.719" v="4008" actId="1076"/>
          <ac:spMkLst>
            <pc:docMk/>
            <pc:sldMk cId="969664531" sldId="2794"/>
            <ac:spMk id="11" creationId="{181FE27B-8106-5FDF-EFFD-2BBA7C59D392}"/>
          </ac:spMkLst>
        </pc:spChg>
        <pc:grpChg chg="add mod">
          <ac:chgData name="2011011 - Pritom Majumder" userId="55e6a8d5-ac58-43f4-b8fa-0b00d2d01bc8" providerId="ADAL" clId="{AA4F784F-FDD6-4203-A9D6-CE022B887B75}" dt="2026-06-10T15:46:24.511" v="4014" actId="1076"/>
          <ac:grpSpMkLst>
            <pc:docMk/>
            <pc:sldMk cId="969664531" sldId="2794"/>
            <ac:grpSpMk id="9" creationId="{75A09672-136B-A887-75A1-192A98707018}"/>
          </ac:grpSpMkLst>
        </pc:grpChg>
        <pc:graphicFrameChg chg="add mod modGraphic">
          <ac:chgData name="2011011 - Pritom Majumder" userId="55e6a8d5-ac58-43f4-b8fa-0b00d2d01bc8" providerId="ADAL" clId="{AA4F784F-FDD6-4203-A9D6-CE022B887B75}" dt="2026-06-10T15:46:15.798" v="4013" actId="20577"/>
          <ac:graphicFrameMkLst>
            <pc:docMk/>
            <pc:sldMk cId="969664531" sldId="2794"/>
            <ac:graphicFrameMk id="2" creationId="{0F62E842-F644-F5AB-6653-6F579211C220}"/>
          </ac:graphicFrameMkLst>
        </pc:graphicFrameChg>
      </pc:sldChg>
      <pc:sldChg chg="addSp delSp modSp add mod modTransition">
        <pc:chgData name="2011011 - Pritom Majumder" userId="55e6a8d5-ac58-43f4-b8fa-0b00d2d01bc8" providerId="ADAL" clId="{AA4F784F-FDD6-4203-A9D6-CE022B887B75}" dt="2026-06-12T13:49:35.769" v="5845" actId="13926"/>
        <pc:sldMkLst>
          <pc:docMk/>
          <pc:sldMk cId="899270255" sldId="2795"/>
        </pc:sldMkLst>
        <pc:spChg chg="del">
          <ac:chgData name="2011011 - Pritom Majumder" userId="55e6a8d5-ac58-43f4-b8fa-0b00d2d01bc8" providerId="ADAL" clId="{AA4F784F-FDD6-4203-A9D6-CE022B887B75}" dt="2026-06-11T05:25:37.373" v="5080" actId="478"/>
          <ac:spMkLst>
            <pc:docMk/>
            <pc:sldMk cId="899270255" sldId="2795"/>
            <ac:spMk id="4" creationId="{946EA147-30D5-41BF-291B-AE75E2B4110E}"/>
          </ac:spMkLst>
        </pc:spChg>
        <pc:spChg chg="add mod">
          <ac:chgData name="2011011 - Pritom Majumder" userId="55e6a8d5-ac58-43f4-b8fa-0b00d2d01bc8" providerId="ADAL" clId="{AA4F784F-FDD6-4203-A9D6-CE022B887B75}" dt="2026-06-12T13:49:35.769" v="5845" actId="13926"/>
          <ac:spMkLst>
            <pc:docMk/>
            <pc:sldMk cId="899270255" sldId="2795"/>
            <ac:spMk id="4" creationId="{D36A2481-5096-7E5E-36C8-4572309944AB}"/>
          </ac:spMkLst>
        </pc:spChg>
        <pc:spChg chg="del">
          <ac:chgData name="2011011 - Pritom Majumder" userId="55e6a8d5-ac58-43f4-b8fa-0b00d2d01bc8" providerId="ADAL" clId="{AA4F784F-FDD6-4203-A9D6-CE022B887B75}" dt="2026-06-11T05:25:39.098" v="5081" actId="478"/>
          <ac:spMkLst>
            <pc:docMk/>
            <pc:sldMk cId="899270255" sldId="2795"/>
            <ac:spMk id="5" creationId="{4C864505-1553-3A48-991B-5535EE4229B5}"/>
          </ac:spMkLst>
        </pc:spChg>
        <pc:spChg chg="mod">
          <ac:chgData name="2011011 - Pritom Majumder" userId="55e6a8d5-ac58-43f4-b8fa-0b00d2d01bc8" providerId="ADAL" clId="{AA4F784F-FDD6-4203-A9D6-CE022B887B75}" dt="2026-06-11T05:25:44.535" v="5083" actId="2711"/>
          <ac:spMkLst>
            <pc:docMk/>
            <pc:sldMk cId="899270255" sldId="2795"/>
            <ac:spMk id="6" creationId="{DEF8DC9C-F5C5-48C5-5325-14779F2D751A}"/>
          </ac:spMkLst>
        </pc:spChg>
        <pc:grpChg chg="mod">
          <ac:chgData name="2011011 - Pritom Majumder" userId="55e6a8d5-ac58-43f4-b8fa-0b00d2d01bc8" providerId="ADAL" clId="{AA4F784F-FDD6-4203-A9D6-CE022B887B75}" dt="2026-06-11T03:29:52.226" v="4021" actId="1076"/>
          <ac:grpSpMkLst>
            <pc:docMk/>
            <pc:sldMk cId="899270255" sldId="2795"/>
            <ac:grpSpMk id="3" creationId="{640954D2-3E1D-8C99-C791-39716D648179}"/>
          </ac:grpSpMkLst>
        </pc:grpChg>
        <pc:graphicFrameChg chg="add mod modGraphic">
          <ac:chgData name="2011011 - Pritom Majumder" userId="55e6a8d5-ac58-43f4-b8fa-0b00d2d01bc8" providerId="ADAL" clId="{AA4F784F-FDD6-4203-A9D6-CE022B887B75}" dt="2026-06-12T13:45:55.301" v="5770" actId="1076"/>
          <ac:graphicFrameMkLst>
            <pc:docMk/>
            <pc:sldMk cId="899270255" sldId="2795"/>
            <ac:graphicFrameMk id="18" creationId="{ED4F153B-5931-CE59-B456-A599BDBACAEC}"/>
          </ac:graphicFrameMkLst>
        </pc:graphicFrameChg>
        <pc:graphicFrameChg chg="add mod modGraphic">
          <ac:chgData name="2011011 - Pritom Majumder" userId="55e6a8d5-ac58-43f4-b8fa-0b00d2d01bc8" providerId="ADAL" clId="{AA4F784F-FDD6-4203-A9D6-CE022B887B75}" dt="2026-06-12T13:40:30.758" v="5769" actId="207"/>
          <ac:graphicFrameMkLst>
            <pc:docMk/>
            <pc:sldMk cId="899270255" sldId="2795"/>
            <ac:graphicFrameMk id="20" creationId="{4C460B2D-60B7-1892-F0BC-F97C8035CEC9}"/>
          </ac:graphicFrameMkLst>
        </pc:graphicFrameChg>
        <pc:cxnChg chg="add mod">
          <ac:chgData name="2011011 - Pritom Majumder" userId="55e6a8d5-ac58-43f4-b8fa-0b00d2d01bc8" providerId="ADAL" clId="{AA4F784F-FDD6-4203-A9D6-CE022B887B75}" dt="2026-06-11T03:30:36.693" v="4028" actId="14100"/>
          <ac:cxnSpMkLst>
            <pc:docMk/>
            <pc:sldMk cId="899270255" sldId="2795"/>
            <ac:cxnSpMk id="9" creationId="{8A1BDF96-CE14-97E5-B8C5-EAF52CA60996}"/>
          </ac:cxnSpMkLst>
        </pc:cxnChg>
        <pc:cxnChg chg="add mod">
          <ac:chgData name="2011011 - Pritom Majumder" userId="55e6a8d5-ac58-43f4-b8fa-0b00d2d01bc8" providerId="ADAL" clId="{AA4F784F-FDD6-4203-A9D6-CE022B887B75}" dt="2026-06-11T03:30:47.159" v="4029" actId="571"/>
          <ac:cxnSpMkLst>
            <pc:docMk/>
            <pc:sldMk cId="899270255" sldId="2795"/>
            <ac:cxnSpMk id="13" creationId="{C799274D-2D18-D961-5E29-215C581F0D8A}"/>
          </ac:cxnSpMkLst>
        </pc:cxnChg>
        <pc:cxnChg chg="add mod">
          <ac:chgData name="2011011 - Pritom Majumder" userId="55e6a8d5-ac58-43f4-b8fa-0b00d2d01bc8" providerId="ADAL" clId="{AA4F784F-FDD6-4203-A9D6-CE022B887B75}" dt="2026-06-11T03:30:56.422" v="4031" actId="14100"/>
          <ac:cxnSpMkLst>
            <pc:docMk/>
            <pc:sldMk cId="899270255" sldId="2795"/>
            <ac:cxnSpMk id="14" creationId="{54E6B310-40DE-649E-A6DA-7E6175AB4BE0}"/>
          </ac:cxnSpMkLst>
        </pc:cxnChg>
        <pc:cxnChg chg="add mod">
          <ac:chgData name="2011011 - Pritom Majumder" userId="55e6a8d5-ac58-43f4-b8fa-0b00d2d01bc8" providerId="ADAL" clId="{AA4F784F-FDD6-4203-A9D6-CE022B887B75}" dt="2026-06-11T03:35:17.086" v="4133" actId="14100"/>
          <ac:cxnSpMkLst>
            <pc:docMk/>
            <pc:sldMk cId="899270255" sldId="2795"/>
            <ac:cxnSpMk id="17" creationId="{BE8B113C-CBB5-6DD2-C9A2-484B3C7C94C2}"/>
          </ac:cxnSpMkLst>
        </pc:cxnChg>
      </pc:sldChg>
      <pc:sldChg chg="addSp delSp modSp new mod">
        <pc:chgData name="2011011 - Pritom Majumder" userId="55e6a8d5-ac58-43f4-b8fa-0b00d2d01bc8" providerId="ADAL" clId="{AA4F784F-FDD6-4203-A9D6-CE022B887B75}" dt="2026-06-11T05:26:26.837" v="5098" actId="2711"/>
        <pc:sldMkLst>
          <pc:docMk/>
          <pc:sldMk cId="3156627705" sldId="2796"/>
        </pc:sldMkLst>
        <pc:spChg chg="mod">
          <ac:chgData name="2011011 - Pritom Majumder" userId="55e6a8d5-ac58-43f4-b8fa-0b00d2d01bc8" providerId="ADAL" clId="{AA4F784F-FDD6-4203-A9D6-CE022B887B75}" dt="2026-06-11T03:58:39.467" v="4430" actId="1076"/>
          <ac:spMkLst>
            <pc:docMk/>
            <pc:sldMk cId="3156627705" sldId="2796"/>
            <ac:spMk id="2" creationId="{3BFC3CB6-9742-610B-1608-9E4C433EDC57}"/>
          </ac:spMkLst>
        </pc:spChg>
        <pc:spChg chg="del">
          <ac:chgData name="2011011 - Pritom Majumder" userId="55e6a8d5-ac58-43f4-b8fa-0b00d2d01bc8" providerId="ADAL" clId="{AA4F784F-FDD6-4203-A9D6-CE022B887B75}" dt="2026-06-11T03:53:19.790" v="4273" actId="478"/>
          <ac:spMkLst>
            <pc:docMk/>
            <pc:sldMk cId="3156627705" sldId="2796"/>
            <ac:spMk id="3" creationId="{298F32FC-88DE-2059-A528-6C17B4004376}"/>
          </ac:spMkLst>
        </pc:spChg>
        <pc:spChg chg="del">
          <ac:chgData name="2011011 - Pritom Majumder" userId="55e6a8d5-ac58-43f4-b8fa-0b00d2d01bc8" providerId="ADAL" clId="{AA4F784F-FDD6-4203-A9D6-CE022B887B75}" dt="2026-06-11T05:26:19.041" v="5095" actId="478"/>
          <ac:spMkLst>
            <pc:docMk/>
            <pc:sldMk cId="3156627705" sldId="2796"/>
            <ac:spMk id="4" creationId="{012FF361-56D9-1B14-5D09-1A56E43970D7}"/>
          </ac:spMkLst>
        </pc:spChg>
        <pc:spChg chg="del">
          <ac:chgData name="2011011 - Pritom Majumder" userId="55e6a8d5-ac58-43f4-b8fa-0b00d2d01bc8" providerId="ADAL" clId="{AA4F784F-FDD6-4203-A9D6-CE022B887B75}" dt="2026-06-11T05:26:20.679" v="5096" actId="478"/>
          <ac:spMkLst>
            <pc:docMk/>
            <pc:sldMk cId="3156627705" sldId="2796"/>
            <ac:spMk id="5" creationId="{D78B7EC3-94B7-487F-1336-55FA4892E22E}"/>
          </ac:spMkLst>
        </pc:spChg>
        <pc:spChg chg="mod">
          <ac:chgData name="2011011 - Pritom Majumder" userId="55e6a8d5-ac58-43f4-b8fa-0b00d2d01bc8" providerId="ADAL" clId="{AA4F784F-FDD6-4203-A9D6-CE022B887B75}" dt="2026-06-11T05:26:26.837" v="5098" actId="2711"/>
          <ac:spMkLst>
            <pc:docMk/>
            <pc:sldMk cId="3156627705" sldId="2796"/>
            <ac:spMk id="6" creationId="{1910E8A6-106A-71F5-9DE3-9E554BF85586}"/>
          </ac:spMkLst>
        </pc:spChg>
        <pc:graphicFrameChg chg="add mod modGraphic">
          <ac:chgData name="2011011 - Pritom Majumder" userId="55e6a8d5-ac58-43f4-b8fa-0b00d2d01bc8" providerId="ADAL" clId="{AA4F784F-FDD6-4203-A9D6-CE022B887B75}" dt="2026-06-11T03:58:33.438" v="4429" actId="2711"/>
          <ac:graphicFrameMkLst>
            <pc:docMk/>
            <pc:sldMk cId="3156627705" sldId="2796"/>
            <ac:graphicFrameMk id="7" creationId="{ABF4C1BC-0D17-3B8C-D194-56B9450E0DDE}"/>
          </ac:graphicFrameMkLst>
        </pc:graphicFrameChg>
      </pc:sldChg>
      <pc:sldChg chg="addSp delSp modSp add mod modTransition">
        <pc:chgData name="2011011 - Pritom Majumder" userId="55e6a8d5-ac58-43f4-b8fa-0b00d2d01bc8" providerId="ADAL" clId="{AA4F784F-FDD6-4203-A9D6-CE022B887B75}" dt="2026-06-12T06:17:53.213" v="5575" actId="1076"/>
        <pc:sldMkLst>
          <pc:docMk/>
          <pc:sldMk cId="3855721493" sldId="2797"/>
        </pc:sldMkLst>
        <pc:spChg chg="add mod">
          <ac:chgData name="2011011 - Pritom Majumder" userId="55e6a8d5-ac58-43f4-b8fa-0b00d2d01bc8" providerId="ADAL" clId="{AA4F784F-FDD6-4203-A9D6-CE022B887B75}" dt="2026-06-12T06:17:53.213" v="5575" actId="1076"/>
          <ac:spMkLst>
            <pc:docMk/>
            <pc:sldMk cId="3855721493" sldId="2797"/>
            <ac:spMk id="4" creationId="{37096A7A-71A4-FDCC-654C-720D37EF80C0}"/>
          </ac:spMkLst>
        </pc:spChg>
        <pc:spChg chg="del">
          <ac:chgData name="2011011 - Pritom Majumder" userId="55e6a8d5-ac58-43f4-b8fa-0b00d2d01bc8" providerId="ADAL" clId="{AA4F784F-FDD6-4203-A9D6-CE022B887B75}" dt="2026-06-11T05:25:00.790" v="5068" actId="478"/>
          <ac:spMkLst>
            <pc:docMk/>
            <pc:sldMk cId="3855721493" sldId="2797"/>
            <ac:spMk id="4" creationId="{5EEFD2D9-3C7A-543E-B42B-BD4A950567B7}"/>
          </ac:spMkLst>
        </pc:spChg>
        <pc:spChg chg="del">
          <ac:chgData name="2011011 - Pritom Majumder" userId="55e6a8d5-ac58-43f4-b8fa-0b00d2d01bc8" providerId="ADAL" clId="{AA4F784F-FDD6-4203-A9D6-CE022B887B75}" dt="2026-06-11T05:25:02.648" v="5069" actId="478"/>
          <ac:spMkLst>
            <pc:docMk/>
            <pc:sldMk cId="3855721493" sldId="2797"/>
            <ac:spMk id="5" creationId="{B5E676A4-1FB0-CCDF-B203-4FC90628943C}"/>
          </ac:spMkLst>
        </pc:spChg>
        <pc:spChg chg="mod">
          <ac:chgData name="2011011 - Pritom Majumder" userId="55e6a8d5-ac58-43f4-b8fa-0b00d2d01bc8" providerId="ADAL" clId="{AA4F784F-FDD6-4203-A9D6-CE022B887B75}" dt="2026-06-11T05:25:09.482" v="5071" actId="2711"/>
          <ac:spMkLst>
            <pc:docMk/>
            <pc:sldMk cId="3855721493" sldId="2797"/>
            <ac:spMk id="6" creationId="{738C392B-9177-F64C-68C8-5072F0124ABE}"/>
          </ac:spMkLst>
        </pc:spChg>
        <pc:spChg chg="del">
          <ac:chgData name="2011011 - Pritom Majumder" userId="55e6a8d5-ac58-43f4-b8fa-0b00d2d01bc8" providerId="ADAL" clId="{AA4F784F-FDD6-4203-A9D6-CE022B887B75}" dt="2026-06-11T04:22:53.463" v="4471" actId="478"/>
          <ac:spMkLst>
            <pc:docMk/>
            <pc:sldMk cId="3855721493" sldId="2797"/>
            <ac:spMk id="11" creationId="{4C142409-1129-0C02-F599-526EF4DC5136}"/>
          </ac:spMkLst>
        </pc:spChg>
        <pc:spChg chg="add mod">
          <ac:chgData name="2011011 - Pritom Majumder" userId="55e6a8d5-ac58-43f4-b8fa-0b00d2d01bc8" providerId="ADAL" clId="{AA4F784F-FDD6-4203-A9D6-CE022B887B75}" dt="2026-06-11T04:29:42.434" v="4655" actId="2711"/>
          <ac:spMkLst>
            <pc:docMk/>
            <pc:sldMk cId="3855721493" sldId="2797"/>
            <ac:spMk id="15" creationId="{DB141988-CF85-DDFE-00AD-6C5100064DB9}"/>
          </ac:spMkLst>
        </pc:spChg>
        <pc:spChg chg="add mod">
          <ac:chgData name="2011011 - Pritom Majumder" userId="55e6a8d5-ac58-43f4-b8fa-0b00d2d01bc8" providerId="ADAL" clId="{AA4F784F-FDD6-4203-A9D6-CE022B887B75}" dt="2026-06-11T04:29:51.629" v="4657" actId="1076"/>
          <ac:spMkLst>
            <pc:docMk/>
            <pc:sldMk cId="3855721493" sldId="2797"/>
            <ac:spMk id="16" creationId="{90021ED0-1D5B-BC85-D5E5-BFF11577FBD6}"/>
          </ac:spMkLst>
        </pc:spChg>
        <pc:spChg chg="mod">
          <ac:chgData name="2011011 - Pritom Majumder" userId="55e6a8d5-ac58-43f4-b8fa-0b00d2d01bc8" providerId="ADAL" clId="{AA4F784F-FDD6-4203-A9D6-CE022B887B75}" dt="2026-06-11T04:23:04.330" v="4473" actId="164"/>
          <ac:spMkLst>
            <pc:docMk/>
            <pc:sldMk cId="3855721493" sldId="2797"/>
            <ac:spMk id="17" creationId="{C0FE8ADD-99A1-E011-5532-901C681BCD2D}"/>
          </ac:spMkLst>
        </pc:spChg>
        <pc:spChg chg="add mod">
          <ac:chgData name="2011011 - Pritom Majumder" userId="55e6a8d5-ac58-43f4-b8fa-0b00d2d01bc8" providerId="ADAL" clId="{AA4F784F-FDD6-4203-A9D6-CE022B887B75}" dt="2026-06-11T04:30:24.431" v="4664" actId="1582"/>
          <ac:spMkLst>
            <pc:docMk/>
            <pc:sldMk cId="3855721493" sldId="2797"/>
            <ac:spMk id="18" creationId="{31FAC19E-4299-0E91-B8CE-38A7F25CB2A7}"/>
          </ac:spMkLst>
        </pc:spChg>
        <pc:spChg chg="add mod">
          <ac:chgData name="2011011 - Pritom Majumder" userId="55e6a8d5-ac58-43f4-b8fa-0b00d2d01bc8" providerId="ADAL" clId="{AA4F784F-FDD6-4203-A9D6-CE022B887B75}" dt="2026-06-11T04:31:53.304" v="4749" actId="207"/>
          <ac:spMkLst>
            <pc:docMk/>
            <pc:sldMk cId="3855721493" sldId="2797"/>
            <ac:spMk id="21" creationId="{CB8C9D51-61E4-C628-BC60-FF79E936E336}"/>
          </ac:spMkLst>
        </pc:spChg>
        <pc:grpChg chg="add mod">
          <ac:chgData name="2011011 - Pritom Majumder" userId="55e6a8d5-ac58-43f4-b8fa-0b00d2d01bc8" providerId="ADAL" clId="{AA4F784F-FDD6-4203-A9D6-CE022B887B75}" dt="2026-06-11T04:23:07.115" v="4474" actId="1076"/>
          <ac:grpSpMkLst>
            <pc:docMk/>
            <pc:sldMk cId="3855721493" sldId="2797"/>
            <ac:grpSpMk id="3" creationId="{D7CA1CEC-1466-5C19-72F0-81A4578474F7}"/>
          </ac:grpSpMkLst>
        </pc:grpChg>
        <pc:picChg chg="mod">
          <ac:chgData name="2011011 - Pritom Majumder" userId="55e6a8d5-ac58-43f4-b8fa-0b00d2d01bc8" providerId="ADAL" clId="{AA4F784F-FDD6-4203-A9D6-CE022B887B75}" dt="2026-06-11T04:23:04.330" v="4473" actId="164"/>
          <ac:picMkLst>
            <pc:docMk/>
            <pc:sldMk cId="3855721493" sldId="2797"/>
            <ac:picMk id="8" creationId="{95D48680-18B6-4736-22E8-CE58A7FEA7E7}"/>
          </ac:picMkLst>
        </pc:picChg>
        <pc:picChg chg="del">
          <ac:chgData name="2011011 - Pritom Majumder" userId="55e6a8d5-ac58-43f4-b8fa-0b00d2d01bc8" providerId="ADAL" clId="{AA4F784F-FDD6-4203-A9D6-CE022B887B75}" dt="2026-06-11T04:22:53.463" v="4471" actId="478"/>
          <ac:picMkLst>
            <pc:docMk/>
            <pc:sldMk cId="3855721493" sldId="2797"/>
            <ac:picMk id="10" creationId="{72C9BBD3-6B60-B5CC-EC43-4338279D9EEC}"/>
          </ac:picMkLst>
        </pc:picChg>
        <pc:cxnChg chg="add mod">
          <ac:chgData name="2011011 - Pritom Majumder" userId="55e6a8d5-ac58-43f4-b8fa-0b00d2d01bc8" providerId="ADAL" clId="{AA4F784F-FDD6-4203-A9D6-CE022B887B75}" dt="2026-06-11T04:25:13.888" v="4480" actId="14100"/>
          <ac:cxnSpMkLst>
            <pc:docMk/>
            <pc:sldMk cId="3855721493" sldId="2797"/>
            <ac:cxnSpMk id="9" creationId="{99C129BB-A3D3-001E-5C15-3E8E75B7C7AB}"/>
          </ac:cxnSpMkLst>
        </pc:cxnChg>
        <pc:cxnChg chg="add">
          <ac:chgData name="2011011 - Pritom Majumder" userId="55e6a8d5-ac58-43f4-b8fa-0b00d2d01bc8" providerId="ADAL" clId="{AA4F784F-FDD6-4203-A9D6-CE022B887B75}" dt="2026-06-11T04:25:35.131" v="4481" actId="11529"/>
          <ac:cxnSpMkLst>
            <pc:docMk/>
            <pc:sldMk cId="3855721493" sldId="2797"/>
            <ac:cxnSpMk id="14" creationId="{86E9C778-471A-2840-0715-E643C81D9074}"/>
          </ac:cxnSpMkLst>
        </pc:cxnChg>
        <pc:cxnChg chg="add mod">
          <ac:chgData name="2011011 - Pritom Majumder" userId="55e6a8d5-ac58-43f4-b8fa-0b00d2d01bc8" providerId="ADAL" clId="{AA4F784F-FDD6-4203-A9D6-CE022B887B75}" dt="2026-06-11T04:30:42.605" v="4666" actId="13822"/>
          <ac:cxnSpMkLst>
            <pc:docMk/>
            <pc:sldMk cId="3855721493" sldId="2797"/>
            <ac:cxnSpMk id="20" creationId="{B89DB399-CF0F-9354-CECB-8A4B2031B4DD}"/>
          </ac:cxnSpMkLst>
        </pc:cxnChg>
      </pc:sldChg>
      <pc:sldChg chg="modSp add mod">
        <pc:chgData name="2011011 - Pritom Majumder" userId="55e6a8d5-ac58-43f4-b8fa-0b00d2d01bc8" providerId="ADAL" clId="{AA4F784F-FDD6-4203-A9D6-CE022B887B75}" dt="2026-06-12T13:51:51.391" v="5848" actId="20577"/>
        <pc:sldMkLst>
          <pc:docMk/>
          <pc:sldMk cId="1936393674" sldId="2798"/>
        </pc:sldMkLst>
        <pc:spChg chg="mod">
          <ac:chgData name="2011011 - Pritom Majumder" userId="55e6a8d5-ac58-43f4-b8fa-0b00d2d01bc8" providerId="ADAL" clId="{AA4F784F-FDD6-4203-A9D6-CE022B887B75}" dt="2026-06-12T13:51:51.391" v="5848" actId="20577"/>
          <ac:spMkLst>
            <pc:docMk/>
            <pc:sldMk cId="1936393674" sldId="2798"/>
            <ac:spMk id="11" creationId="{25F7AAB9-8F60-9B30-F9A4-EDCEC3FA9FE7}"/>
          </ac:spMkLst>
        </pc:spChg>
      </pc:sldChg>
      <pc:sldMasterChg chg="addSp modSp mod modSldLayout">
        <pc:chgData name="2011011 - Pritom Majumder" userId="55e6a8d5-ac58-43f4-b8fa-0b00d2d01bc8" providerId="ADAL" clId="{AA4F784F-FDD6-4203-A9D6-CE022B887B75}" dt="2026-06-11T08:19:31.335" v="5270" actId="478"/>
        <pc:sldMasterMkLst>
          <pc:docMk/>
          <pc:sldMasterMk cId="1317099004" sldId="2147483684"/>
        </pc:sldMasterMkLst>
        <pc:spChg chg="add mod">
          <ac:chgData name="2011011 - Pritom Majumder" userId="55e6a8d5-ac58-43f4-b8fa-0b00d2d01bc8" providerId="ADAL" clId="{AA4F784F-FDD6-4203-A9D6-CE022B887B75}" dt="2026-06-11T08:19:16.564" v="5268" actId="207"/>
          <ac:spMkLst>
            <pc:docMk/>
            <pc:sldMasterMk cId="1317099004" sldId="2147483684"/>
            <ac:spMk id="8" creationId="{A6F0D6FD-67D2-C82C-F248-9B25C46999CE}"/>
          </ac:spMkLst>
        </pc:spChg>
        <pc:spChg chg="add">
          <ac:chgData name="2011011 - Pritom Majumder" userId="55e6a8d5-ac58-43f4-b8fa-0b00d2d01bc8" providerId="ADAL" clId="{AA4F784F-FDD6-4203-A9D6-CE022B887B75}" dt="2026-06-11T08:15:48.250" v="5231" actId="22"/>
          <ac:spMkLst>
            <pc:docMk/>
            <pc:sldMasterMk cId="1317099004" sldId="2147483684"/>
            <ac:spMk id="10" creationId="{1D9DC3E2-60A5-7B4B-1E9B-23503DF579A2}"/>
          </ac:spMkLst>
        </pc:spChg>
        <pc:sldLayoutChg chg="addSp delSp modSp mod">
          <pc:chgData name="2011011 - Pritom Majumder" userId="55e6a8d5-ac58-43f4-b8fa-0b00d2d01bc8" providerId="ADAL" clId="{AA4F784F-FDD6-4203-A9D6-CE022B887B75}" dt="2026-06-11T08:19:31.335" v="5270" actId="478"/>
          <pc:sldLayoutMkLst>
            <pc:docMk/>
            <pc:sldMasterMk cId="1317099004" sldId="2147483684"/>
            <pc:sldLayoutMk cId="352966426" sldId="2147483700"/>
          </pc:sldLayoutMkLst>
          <pc:spChg chg="add del mod ord">
            <ac:chgData name="2011011 - Pritom Majumder" userId="55e6a8d5-ac58-43f4-b8fa-0b00d2d01bc8" providerId="ADAL" clId="{AA4F784F-FDD6-4203-A9D6-CE022B887B75}" dt="2026-06-11T08:19:31.335" v="5270" actId="478"/>
            <ac:spMkLst>
              <pc:docMk/>
              <pc:sldMasterMk cId="1317099004" sldId="2147483684"/>
              <pc:sldLayoutMk cId="352966426" sldId="2147483700"/>
              <ac:spMk id="6" creationId="{0FAC1D75-6D12-2338-A1CB-93C3E7A17C26}"/>
            </ac:spMkLst>
          </pc:spChg>
          <pc:spChg chg="mod">
            <ac:chgData name="2011011 - Pritom Majumder" userId="55e6a8d5-ac58-43f4-b8fa-0b00d2d01bc8" providerId="ADAL" clId="{AA4F784F-FDD6-4203-A9D6-CE022B887B75}" dt="2026-06-11T08:13:55.946" v="5203" actId="1076"/>
            <ac:spMkLst>
              <pc:docMk/>
              <pc:sldMasterMk cId="1317099004" sldId="2147483684"/>
              <pc:sldLayoutMk cId="352966426" sldId="2147483700"/>
              <ac:spMk id="7" creationId="{28C8B19A-6FC1-2B71-0BFB-9274CBF396B9}"/>
            </ac:spMkLst>
          </pc:spChg>
          <pc:spChg chg="add del mod ord">
            <ac:chgData name="2011011 - Pritom Majumder" userId="55e6a8d5-ac58-43f4-b8fa-0b00d2d01bc8" providerId="ADAL" clId="{AA4F784F-FDD6-4203-A9D6-CE022B887B75}" dt="2026-06-11T08:19:29.264" v="5269" actId="478"/>
            <ac:spMkLst>
              <pc:docMk/>
              <pc:sldMasterMk cId="1317099004" sldId="2147483684"/>
              <pc:sldLayoutMk cId="352966426" sldId="2147483700"/>
              <ac:spMk id="8" creationId="{C48605D2-8A92-D6CA-CA98-368891466408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79C219-FA6D-42CB-8328-2CA5327574B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C0334C-8DD5-401E-B727-81B64FC03213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</a:t>
          </a:r>
        </a:p>
      </dgm:t>
    </dgm:pt>
    <dgm:pt modelId="{609BCFA6-E343-4DDD-8140-B9DF32061A57}" type="parTrans" cxnId="{237B43D6-E9AA-4B36-8CB9-F71C8A24B86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B7C041-E807-4928-A551-74B91B3D73E3}" type="sibTrans" cxnId="{237B43D6-E9AA-4B36-8CB9-F71C8A24B86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715815-3D1E-4295-A6AC-21A891C68C7C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</a:t>
          </a:r>
        </a:p>
      </dgm:t>
    </dgm:pt>
    <dgm:pt modelId="{48A91A19-956D-4E99-AE17-AB97D7EA57C6}" type="parTrans" cxnId="{E9BADE5A-D105-4456-A729-279CD013951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765232-A80C-46D0-B463-F07C188AA38D}" type="sibTrans" cxnId="{E9BADE5A-D105-4456-A729-279CD013951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60D75C3-500A-4A6E-8233-29F205C793C7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Objective</a:t>
          </a:r>
        </a:p>
      </dgm:t>
    </dgm:pt>
    <dgm:pt modelId="{12260F27-EAC6-4412-860D-4DAF577EDFA5}" type="parTrans" cxnId="{568389F9-9228-4915-804A-457BEEC4382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BF1E6F-36C1-41EA-A5C2-D188E28335BD}" type="sibTrans" cxnId="{568389F9-9228-4915-804A-457BEEC4382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4ACDC6-5AF4-4AB0-8BDE-016CACA868E2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</a:p>
      </dgm:t>
    </dgm:pt>
    <dgm:pt modelId="{1163310E-0928-45D5-B4DD-E4640A8896A9}" type="parTrans" cxnId="{B0F05015-2ADF-4F2B-96A7-3D2A74BB700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F0207A-70AB-4BE7-9047-70D5772687FA}" type="sibTrans" cxnId="{B0F05015-2ADF-4F2B-96A7-3D2A74BB700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5D28C7-9836-44D7-A43C-CEF4DE178788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Results</a:t>
          </a:r>
        </a:p>
      </dgm:t>
    </dgm:pt>
    <dgm:pt modelId="{749F27E2-BD0B-458B-B23C-BB428558EAEF}" type="parTrans" cxnId="{425E630C-F951-4873-8B8E-D1A757438BA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8A784F-B261-4A2E-A849-9EAE600219EB}" type="sibTrans" cxnId="{425E630C-F951-4873-8B8E-D1A757438BA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164FB0-A741-42B9-B246-C7C1DFF3EBD6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Structure–property relation &amp; Conclusion</a:t>
          </a:r>
        </a:p>
      </dgm:t>
    </dgm:pt>
    <dgm:pt modelId="{8A862CA5-D064-450C-91F9-8109A45068F4}" type="parTrans" cxnId="{DA654887-5491-4200-BC00-FB09C99367C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950453-925C-471A-9CC1-F8D286011CB5}" type="sibTrans" cxnId="{DA654887-5491-4200-BC00-FB09C99367C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5EA1BE-04F4-4942-A0EC-D469ECF1BE14}" type="pres">
      <dgm:prSet presAssocID="{B979C219-FA6D-42CB-8328-2CA5327574B7}" presName="CompostProcess" presStyleCnt="0">
        <dgm:presLayoutVars>
          <dgm:dir/>
          <dgm:resizeHandles val="exact"/>
        </dgm:presLayoutVars>
      </dgm:prSet>
      <dgm:spPr/>
    </dgm:pt>
    <dgm:pt modelId="{AB8E5D13-1714-4414-8188-9A1170577FD5}" type="pres">
      <dgm:prSet presAssocID="{B979C219-FA6D-42CB-8328-2CA5327574B7}" presName="arrow" presStyleLbl="bgShp" presStyleIdx="0" presStyleCnt="1"/>
      <dgm:spPr/>
    </dgm:pt>
    <dgm:pt modelId="{AE17437F-0456-41EF-8D15-A0003D2A6684}" type="pres">
      <dgm:prSet presAssocID="{B979C219-FA6D-42CB-8328-2CA5327574B7}" presName="linearProcess" presStyleCnt="0"/>
      <dgm:spPr/>
    </dgm:pt>
    <dgm:pt modelId="{B59DE864-8D0E-4658-A1C5-94E7B699016E}" type="pres">
      <dgm:prSet presAssocID="{1AC0334C-8DD5-401E-B727-81B64FC03213}" presName="textNode" presStyleLbl="node1" presStyleIdx="0" presStyleCnt="6">
        <dgm:presLayoutVars>
          <dgm:bulletEnabled val="1"/>
        </dgm:presLayoutVars>
      </dgm:prSet>
      <dgm:spPr/>
    </dgm:pt>
    <dgm:pt modelId="{CF952013-38C8-42BA-A64E-70F255CE5AFF}" type="pres">
      <dgm:prSet presAssocID="{A0B7C041-E807-4928-A551-74B91B3D73E3}" presName="sibTrans" presStyleCnt="0"/>
      <dgm:spPr/>
    </dgm:pt>
    <dgm:pt modelId="{170E0CBE-9B86-4C67-A3B2-112C0311164B}" type="pres">
      <dgm:prSet presAssocID="{4F715815-3D1E-4295-A6AC-21A891C68C7C}" presName="textNode" presStyleLbl="node1" presStyleIdx="1" presStyleCnt="6">
        <dgm:presLayoutVars>
          <dgm:bulletEnabled val="1"/>
        </dgm:presLayoutVars>
      </dgm:prSet>
      <dgm:spPr/>
    </dgm:pt>
    <dgm:pt modelId="{3C65296C-625B-4973-B9A4-E090600F0EF9}" type="pres">
      <dgm:prSet presAssocID="{B0765232-A80C-46D0-B463-F07C188AA38D}" presName="sibTrans" presStyleCnt="0"/>
      <dgm:spPr/>
    </dgm:pt>
    <dgm:pt modelId="{510FE44E-8A3C-4E21-B844-1062B652DD72}" type="pres">
      <dgm:prSet presAssocID="{260D75C3-500A-4A6E-8233-29F205C793C7}" presName="textNode" presStyleLbl="node1" presStyleIdx="2" presStyleCnt="6">
        <dgm:presLayoutVars>
          <dgm:bulletEnabled val="1"/>
        </dgm:presLayoutVars>
      </dgm:prSet>
      <dgm:spPr/>
    </dgm:pt>
    <dgm:pt modelId="{EFB7168C-1D84-47C0-86D1-9CD288D32490}" type="pres">
      <dgm:prSet presAssocID="{D5BF1E6F-36C1-41EA-A5C2-D188E28335BD}" presName="sibTrans" presStyleCnt="0"/>
      <dgm:spPr/>
    </dgm:pt>
    <dgm:pt modelId="{6CAB8078-F7EC-4B9B-B822-8F91F4E59F77}" type="pres">
      <dgm:prSet presAssocID="{8B4ACDC6-5AF4-4AB0-8BDE-016CACA868E2}" presName="textNode" presStyleLbl="node1" presStyleIdx="3" presStyleCnt="6">
        <dgm:presLayoutVars>
          <dgm:bulletEnabled val="1"/>
        </dgm:presLayoutVars>
      </dgm:prSet>
      <dgm:spPr/>
    </dgm:pt>
    <dgm:pt modelId="{E8DC98F4-F6B1-49F2-AA9F-D6F40850FA07}" type="pres">
      <dgm:prSet presAssocID="{E7F0207A-70AB-4BE7-9047-70D5772687FA}" presName="sibTrans" presStyleCnt="0"/>
      <dgm:spPr/>
    </dgm:pt>
    <dgm:pt modelId="{5DFA28C7-845A-4863-99F8-FEB9D6F33E12}" type="pres">
      <dgm:prSet presAssocID="{E45D28C7-9836-44D7-A43C-CEF4DE178788}" presName="textNode" presStyleLbl="node1" presStyleIdx="4" presStyleCnt="6">
        <dgm:presLayoutVars>
          <dgm:bulletEnabled val="1"/>
        </dgm:presLayoutVars>
      </dgm:prSet>
      <dgm:spPr/>
    </dgm:pt>
    <dgm:pt modelId="{F2530B88-432E-46D7-AB04-F48C467022AB}" type="pres">
      <dgm:prSet presAssocID="{4B8A784F-B261-4A2E-A849-9EAE600219EB}" presName="sibTrans" presStyleCnt="0"/>
      <dgm:spPr/>
    </dgm:pt>
    <dgm:pt modelId="{F10E0761-218E-4682-A550-9413B3F78568}" type="pres">
      <dgm:prSet presAssocID="{4D164FB0-A741-42B9-B246-C7C1DFF3EBD6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31746F04-4930-425D-9386-A7DBABD7DD17}" type="presOf" srcId="{8B4ACDC6-5AF4-4AB0-8BDE-016CACA868E2}" destId="{6CAB8078-F7EC-4B9B-B822-8F91F4E59F77}" srcOrd="0" destOrd="0" presId="urn:microsoft.com/office/officeart/2005/8/layout/hProcess9"/>
    <dgm:cxn modelId="{425E630C-F951-4873-8B8E-D1A757438BAB}" srcId="{B979C219-FA6D-42CB-8328-2CA5327574B7}" destId="{E45D28C7-9836-44D7-A43C-CEF4DE178788}" srcOrd="4" destOrd="0" parTransId="{749F27E2-BD0B-458B-B23C-BB428558EAEF}" sibTransId="{4B8A784F-B261-4A2E-A849-9EAE600219EB}"/>
    <dgm:cxn modelId="{32E93811-DD6D-4431-AF12-E487A39D1FDF}" type="presOf" srcId="{1AC0334C-8DD5-401E-B727-81B64FC03213}" destId="{B59DE864-8D0E-4658-A1C5-94E7B699016E}" srcOrd="0" destOrd="0" presId="urn:microsoft.com/office/officeart/2005/8/layout/hProcess9"/>
    <dgm:cxn modelId="{B0F05015-2ADF-4F2B-96A7-3D2A74BB700A}" srcId="{B979C219-FA6D-42CB-8328-2CA5327574B7}" destId="{8B4ACDC6-5AF4-4AB0-8BDE-016CACA868E2}" srcOrd="3" destOrd="0" parTransId="{1163310E-0928-45D5-B4DD-E4640A8896A9}" sibTransId="{E7F0207A-70AB-4BE7-9047-70D5772687FA}"/>
    <dgm:cxn modelId="{21F9E945-9ABA-4FDA-86AA-8C055BD71099}" type="presOf" srcId="{4D164FB0-A741-42B9-B246-C7C1DFF3EBD6}" destId="{F10E0761-218E-4682-A550-9413B3F78568}" srcOrd="0" destOrd="0" presId="urn:microsoft.com/office/officeart/2005/8/layout/hProcess9"/>
    <dgm:cxn modelId="{E9BADE5A-D105-4456-A729-279CD013951A}" srcId="{B979C219-FA6D-42CB-8328-2CA5327574B7}" destId="{4F715815-3D1E-4295-A6AC-21A891C68C7C}" srcOrd="1" destOrd="0" parTransId="{48A91A19-956D-4E99-AE17-AB97D7EA57C6}" sibTransId="{B0765232-A80C-46D0-B463-F07C188AA38D}"/>
    <dgm:cxn modelId="{DA654887-5491-4200-BC00-FB09C99367CA}" srcId="{B979C219-FA6D-42CB-8328-2CA5327574B7}" destId="{4D164FB0-A741-42B9-B246-C7C1DFF3EBD6}" srcOrd="5" destOrd="0" parTransId="{8A862CA5-D064-450C-91F9-8109A45068F4}" sibTransId="{34950453-925C-471A-9CC1-F8D286011CB5}"/>
    <dgm:cxn modelId="{B8B1A69C-6096-4196-AC00-56CF29066994}" type="presOf" srcId="{B979C219-FA6D-42CB-8328-2CA5327574B7}" destId="{125EA1BE-04F4-4942-A0EC-D469ECF1BE14}" srcOrd="0" destOrd="0" presId="urn:microsoft.com/office/officeart/2005/8/layout/hProcess9"/>
    <dgm:cxn modelId="{584432C2-B870-46A9-8493-F384684CD39B}" type="presOf" srcId="{4F715815-3D1E-4295-A6AC-21A891C68C7C}" destId="{170E0CBE-9B86-4C67-A3B2-112C0311164B}" srcOrd="0" destOrd="0" presId="urn:microsoft.com/office/officeart/2005/8/layout/hProcess9"/>
    <dgm:cxn modelId="{0CCB43C7-DD38-4746-8C88-847234BA61CE}" type="presOf" srcId="{260D75C3-500A-4A6E-8233-29F205C793C7}" destId="{510FE44E-8A3C-4E21-B844-1062B652DD72}" srcOrd="0" destOrd="0" presId="urn:microsoft.com/office/officeart/2005/8/layout/hProcess9"/>
    <dgm:cxn modelId="{08E371D3-6BBF-4490-85B3-5185581585C1}" type="presOf" srcId="{E45D28C7-9836-44D7-A43C-CEF4DE178788}" destId="{5DFA28C7-845A-4863-99F8-FEB9D6F33E12}" srcOrd="0" destOrd="0" presId="urn:microsoft.com/office/officeart/2005/8/layout/hProcess9"/>
    <dgm:cxn modelId="{237B43D6-E9AA-4B36-8CB9-F71C8A24B868}" srcId="{B979C219-FA6D-42CB-8328-2CA5327574B7}" destId="{1AC0334C-8DD5-401E-B727-81B64FC03213}" srcOrd="0" destOrd="0" parTransId="{609BCFA6-E343-4DDD-8140-B9DF32061A57}" sibTransId="{A0B7C041-E807-4928-A551-74B91B3D73E3}"/>
    <dgm:cxn modelId="{568389F9-9228-4915-804A-457BEEC43827}" srcId="{B979C219-FA6D-42CB-8328-2CA5327574B7}" destId="{260D75C3-500A-4A6E-8233-29F205C793C7}" srcOrd="2" destOrd="0" parTransId="{12260F27-EAC6-4412-860D-4DAF577EDFA5}" sibTransId="{D5BF1E6F-36C1-41EA-A5C2-D188E28335BD}"/>
    <dgm:cxn modelId="{45BEE47A-0DFC-48B5-BA49-C3DF33EF8ADE}" type="presParOf" srcId="{125EA1BE-04F4-4942-A0EC-D469ECF1BE14}" destId="{AB8E5D13-1714-4414-8188-9A1170577FD5}" srcOrd="0" destOrd="0" presId="urn:microsoft.com/office/officeart/2005/8/layout/hProcess9"/>
    <dgm:cxn modelId="{35A73F9E-E2F8-4E11-97FC-017635E6C6D9}" type="presParOf" srcId="{125EA1BE-04F4-4942-A0EC-D469ECF1BE14}" destId="{AE17437F-0456-41EF-8D15-A0003D2A6684}" srcOrd="1" destOrd="0" presId="urn:microsoft.com/office/officeart/2005/8/layout/hProcess9"/>
    <dgm:cxn modelId="{9F76D1AD-9B57-4DC2-A2A3-6C9F414BFD46}" type="presParOf" srcId="{AE17437F-0456-41EF-8D15-A0003D2A6684}" destId="{B59DE864-8D0E-4658-A1C5-94E7B699016E}" srcOrd="0" destOrd="0" presId="urn:microsoft.com/office/officeart/2005/8/layout/hProcess9"/>
    <dgm:cxn modelId="{F7819896-A3B7-4CC0-A546-B88C8FD70958}" type="presParOf" srcId="{AE17437F-0456-41EF-8D15-A0003D2A6684}" destId="{CF952013-38C8-42BA-A64E-70F255CE5AFF}" srcOrd="1" destOrd="0" presId="urn:microsoft.com/office/officeart/2005/8/layout/hProcess9"/>
    <dgm:cxn modelId="{557EC0B3-70A3-4052-9904-594B9F73761E}" type="presParOf" srcId="{AE17437F-0456-41EF-8D15-A0003D2A6684}" destId="{170E0CBE-9B86-4C67-A3B2-112C0311164B}" srcOrd="2" destOrd="0" presId="urn:microsoft.com/office/officeart/2005/8/layout/hProcess9"/>
    <dgm:cxn modelId="{798CBEB8-A30D-4136-B25F-E2F4F7D4991F}" type="presParOf" srcId="{AE17437F-0456-41EF-8D15-A0003D2A6684}" destId="{3C65296C-625B-4973-B9A4-E090600F0EF9}" srcOrd="3" destOrd="0" presId="urn:microsoft.com/office/officeart/2005/8/layout/hProcess9"/>
    <dgm:cxn modelId="{7E7F10A0-1A4B-40E0-9C7B-0C04DCE4C60C}" type="presParOf" srcId="{AE17437F-0456-41EF-8D15-A0003D2A6684}" destId="{510FE44E-8A3C-4E21-B844-1062B652DD72}" srcOrd="4" destOrd="0" presId="urn:microsoft.com/office/officeart/2005/8/layout/hProcess9"/>
    <dgm:cxn modelId="{A3A6A4B0-DA1B-46ED-9E2D-03BFE705CFB4}" type="presParOf" srcId="{AE17437F-0456-41EF-8D15-A0003D2A6684}" destId="{EFB7168C-1D84-47C0-86D1-9CD288D32490}" srcOrd="5" destOrd="0" presId="urn:microsoft.com/office/officeart/2005/8/layout/hProcess9"/>
    <dgm:cxn modelId="{9B15DBE1-E2F8-4FEC-B74B-FE38CD761FFB}" type="presParOf" srcId="{AE17437F-0456-41EF-8D15-A0003D2A6684}" destId="{6CAB8078-F7EC-4B9B-B822-8F91F4E59F77}" srcOrd="6" destOrd="0" presId="urn:microsoft.com/office/officeart/2005/8/layout/hProcess9"/>
    <dgm:cxn modelId="{80CD4C4E-47AA-4EFE-B1F1-19F6C7A4BCAC}" type="presParOf" srcId="{AE17437F-0456-41EF-8D15-A0003D2A6684}" destId="{E8DC98F4-F6B1-49F2-AA9F-D6F40850FA07}" srcOrd="7" destOrd="0" presId="urn:microsoft.com/office/officeart/2005/8/layout/hProcess9"/>
    <dgm:cxn modelId="{F293EBEF-69EF-466C-8826-C2C4AA5534D8}" type="presParOf" srcId="{AE17437F-0456-41EF-8D15-A0003D2A6684}" destId="{5DFA28C7-845A-4863-99F8-FEB9D6F33E12}" srcOrd="8" destOrd="0" presId="urn:microsoft.com/office/officeart/2005/8/layout/hProcess9"/>
    <dgm:cxn modelId="{1F3FA914-7B9A-4D72-A13A-5C61B837B1C8}" type="presParOf" srcId="{AE17437F-0456-41EF-8D15-A0003D2A6684}" destId="{F2530B88-432E-46D7-AB04-F48C467022AB}" srcOrd="9" destOrd="0" presId="urn:microsoft.com/office/officeart/2005/8/layout/hProcess9"/>
    <dgm:cxn modelId="{E544954E-B37B-4F33-9972-93D2614D3354}" type="presParOf" srcId="{AE17437F-0456-41EF-8D15-A0003D2A6684}" destId="{F10E0761-218E-4682-A550-9413B3F78568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A64597-5F66-4C0F-A515-9A47113AE30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308F30-C743-41A1-A01A-D862947C0FC9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PZT Dominates</a:t>
          </a:r>
        </a:p>
      </dgm:t>
    </dgm:pt>
    <dgm:pt modelId="{37248E76-360B-4E47-8BD3-1893BF462342}" type="parTrans" cxnId="{39B8A5C0-FC9F-4E50-A4A0-91B56C72E36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797B95-1482-4F86-A8DC-C6CFA1E6B425}" type="sibTrans" cxnId="{39B8A5C0-FC9F-4E50-A4A0-91B56C72E36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64CCA1-AC47-49CB-89E3-9A68C55836C2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Toxicity Risk</a:t>
          </a:r>
        </a:p>
      </dgm:t>
    </dgm:pt>
    <dgm:pt modelId="{F43CA039-6B20-4527-9C84-B6EA9FBF7B4E}" type="parTrans" cxnId="{C869AA16-7AC0-47F3-ADD3-D3BFDEE9F15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F73FBF-E895-412C-B09C-7746B20CC516}" type="sibTrans" cxnId="{C869AA16-7AC0-47F3-ADD3-D3BFDEE9F15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CA5AE6-0025-4FD6-91EF-9EE7A7FF7F02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Regulatory Push</a:t>
          </a:r>
        </a:p>
      </dgm:t>
    </dgm:pt>
    <dgm:pt modelId="{97AA0FB0-09A1-442C-90B7-2269AD5945C9}" type="parTrans" cxnId="{E5E2C02F-76F4-4E9C-9DA4-72F53617D68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3FB780-0271-4004-A86F-AC1557B43061}" type="sibTrans" cxnId="{E5E2C02F-76F4-4E9C-9DA4-72F53617D68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945671-49CA-4090-9434-5B7662219B18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Mandate</a:t>
          </a:r>
        </a:p>
      </dgm:t>
    </dgm:pt>
    <dgm:pt modelId="{D29E8FCF-4821-4F29-8309-E12B26132996}" type="parTrans" cxnId="{D382749B-E53D-4FE8-8C6B-6CC23AB6D3C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8D4F16-E04D-49A2-90B1-6075671EA9C0}" type="sibTrans" cxnId="{D382749B-E53D-4FE8-8C6B-6CC23AB6D3C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FEE217-420E-4B56-9DBF-A1BA91CE0562}" type="pres">
      <dgm:prSet presAssocID="{0EA64597-5F66-4C0F-A515-9A47113AE305}" presName="Name0" presStyleCnt="0">
        <dgm:presLayoutVars>
          <dgm:chMax val="7"/>
          <dgm:chPref val="7"/>
          <dgm:dir/>
        </dgm:presLayoutVars>
      </dgm:prSet>
      <dgm:spPr/>
    </dgm:pt>
    <dgm:pt modelId="{A43DA480-EC65-4BEB-BB68-7B29F9178F1F}" type="pres">
      <dgm:prSet presAssocID="{0EA64597-5F66-4C0F-A515-9A47113AE305}" presName="Name1" presStyleCnt="0"/>
      <dgm:spPr/>
    </dgm:pt>
    <dgm:pt modelId="{8E046961-8674-411E-881C-67E5ED013E89}" type="pres">
      <dgm:prSet presAssocID="{0EA64597-5F66-4C0F-A515-9A47113AE305}" presName="cycle" presStyleCnt="0"/>
      <dgm:spPr/>
    </dgm:pt>
    <dgm:pt modelId="{507A654F-23F8-476A-9537-1CE8C238A6FC}" type="pres">
      <dgm:prSet presAssocID="{0EA64597-5F66-4C0F-A515-9A47113AE305}" presName="srcNode" presStyleLbl="node1" presStyleIdx="0" presStyleCnt="4"/>
      <dgm:spPr/>
    </dgm:pt>
    <dgm:pt modelId="{36E1D536-B6E7-466C-A917-2FD136E1F308}" type="pres">
      <dgm:prSet presAssocID="{0EA64597-5F66-4C0F-A515-9A47113AE305}" presName="conn" presStyleLbl="parChTrans1D2" presStyleIdx="0" presStyleCnt="1"/>
      <dgm:spPr/>
    </dgm:pt>
    <dgm:pt modelId="{5D64A618-DDAF-4093-A897-6D70060833DD}" type="pres">
      <dgm:prSet presAssocID="{0EA64597-5F66-4C0F-A515-9A47113AE305}" presName="extraNode" presStyleLbl="node1" presStyleIdx="0" presStyleCnt="4"/>
      <dgm:spPr/>
    </dgm:pt>
    <dgm:pt modelId="{9C0103D8-8DD0-4D11-82EC-7CF456B4226D}" type="pres">
      <dgm:prSet presAssocID="{0EA64597-5F66-4C0F-A515-9A47113AE305}" presName="dstNode" presStyleLbl="node1" presStyleIdx="0" presStyleCnt="4"/>
      <dgm:spPr/>
    </dgm:pt>
    <dgm:pt modelId="{3FF3F926-6379-4791-A5DB-CB1B27997363}" type="pres">
      <dgm:prSet presAssocID="{F6308F30-C743-41A1-A01A-D862947C0FC9}" presName="text_1" presStyleLbl="node1" presStyleIdx="0" presStyleCnt="4">
        <dgm:presLayoutVars>
          <dgm:bulletEnabled val="1"/>
        </dgm:presLayoutVars>
      </dgm:prSet>
      <dgm:spPr/>
    </dgm:pt>
    <dgm:pt modelId="{30196860-ECE0-41B7-B300-A789129C3667}" type="pres">
      <dgm:prSet presAssocID="{F6308F30-C743-41A1-A01A-D862947C0FC9}" presName="accent_1" presStyleCnt="0"/>
      <dgm:spPr/>
    </dgm:pt>
    <dgm:pt modelId="{D94CF905-56CF-4BFE-BB7B-09D01515D47E}" type="pres">
      <dgm:prSet presAssocID="{F6308F30-C743-41A1-A01A-D862947C0FC9}" presName="accentRepeatNode" presStyleLbl="solidFgAcc1" presStyleIdx="0" presStyleCnt="4"/>
      <dgm:spPr/>
    </dgm:pt>
    <dgm:pt modelId="{FE9BBE48-5B8C-416B-BBA2-42CB4FDEB7A8}" type="pres">
      <dgm:prSet presAssocID="{2E64CCA1-AC47-49CB-89E3-9A68C55836C2}" presName="text_2" presStyleLbl="node1" presStyleIdx="1" presStyleCnt="4">
        <dgm:presLayoutVars>
          <dgm:bulletEnabled val="1"/>
        </dgm:presLayoutVars>
      </dgm:prSet>
      <dgm:spPr/>
    </dgm:pt>
    <dgm:pt modelId="{D2392D45-DB02-4E17-9BE6-4118DD068258}" type="pres">
      <dgm:prSet presAssocID="{2E64CCA1-AC47-49CB-89E3-9A68C55836C2}" presName="accent_2" presStyleCnt="0"/>
      <dgm:spPr/>
    </dgm:pt>
    <dgm:pt modelId="{288CD716-3E0E-4F69-BA37-F75CB8BF1220}" type="pres">
      <dgm:prSet presAssocID="{2E64CCA1-AC47-49CB-89E3-9A68C55836C2}" presName="accentRepeatNode" presStyleLbl="solidFgAcc1" presStyleIdx="1" presStyleCnt="4"/>
      <dgm:spPr/>
    </dgm:pt>
    <dgm:pt modelId="{50E75E18-FD0A-4674-9241-2D66818A30FB}" type="pres">
      <dgm:prSet presAssocID="{4DCA5AE6-0025-4FD6-91EF-9EE7A7FF7F02}" presName="text_3" presStyleLbl="node1" presStyleIdx="2" presStyleCnt="4">
        <dgm:presLayoutVars>
          <dgm:bulletEnabled val="1"/>
        </dgm:presLayoutVars>
      </dgm:prSet>
      <dgm:spPr/>
    </dgm:pt>
    <dgm:pt modelId="{A04583CE-D67F-4F23-AC63-C3E10031C222}" type="pres">
      <dgm:prSet presAssocID="{4DCA5AE6-0025-4FD6-91EF-9EE7A7FF7F02}" presName="accent_3" presStyleCnt="0"/>
      <dgm:spPr/>
    </dgm:pt>
    <dgm:pt modelId="{DF54234B-4507-41FA-9457-A0B9A332E3F5}" type="pres">
      <dgm:prSet presAssocID="{4DCA5AE6-0025-4FD6-91EF-9EE7A7FF7F02}" presName="accentRepeatNode" presStyleLbl="solidFgAcc1" presStyleIdx="2" presStyleCnt="4"/>
      <dgm:spPr/>
    </dgm:pt>
    <dgm:pt modelId="{0E21D78D-55F6-4320-B34A-4814BB09AF82}" type="pres">
      <dgm:prSet presAssocID="{CC945671-49CA-4090-9434-5B7662219B18}" presName="text_4" presStyleLbl="node1" presStyleIdx="3" presStyleCnt="4">
        <dgm:presLayoutVars>
          <dgm:bulletEnabled val="1"/>
        </dgm:presLayoutVars>
      </dgm:prSet>
      <dgm:spPr/>
    </dgm:pt>
    <dgm:pt modelId="{BE91F763-0761-445B-8984-BA0E99AA801E}" type="pres">
      <dgm:prSet presAssocID="{CC945671-49CA-4090-9434-5B7662219B18}" presName="accent_4" presStyleCnt="0"/>
      <dgm:spPr/>
    </dgm:pt>
    <dgm:pt modelId="{950521D1-C5EB-4FEC-90EC-90AA231FFA70}" type="pres">
      <dgm:prSet presAssocID="{CC945671-49CA-4090-9434-5B7662219B18}" presName="accentRepeatNode" presStyleLbl="solidFgAcc1" presStyleIdx="3" presStyleCnt="4"/>
      <dgm:spPr/>
    </dgm:pt>
  </dgm:ptLst>
  <dgm:cxnLst>
    <dgm:cxn modelId="{4DA58902-1FC8-4339-A175-1F18CB23E9EB}" type="presOf" srcId="{2E64CCA1-AC47-49CB-89E3-9A68C55836C2}" destId="{FE9BBE48-5B8C-416B-BBA2-42CB4FDEB7A8}" srcOrd="0" destOrd="0" presId="urn:microsoft.com/office/officeart/2008/layout/VerticalCurvedList"/>
    <dgm:cxn modelId="{C869AA16-7AC0-47F3-ADD3-D3BFDEE9F15E}" srcId="{0EA64597-5F66-4C0F-A515-9A47113AE305}" destId="{2E64CCA1-AC47-49CB-89E3-9A68C55836C2}" srcOrd="1" destOrd="0" parTransId="{F43CA039-6B20-4527-9C84-B6EA9FBF7B4E}" sibTransId="{F8F73FBF-E895-412C-B09C-7746B20CC516}"/>
    <dgm:cxn modelId="{E5E2C02F-76F4-4E9C-9DA4-72F53617D683}" srcId="{0EA64597-5F66-4C0F-A515-9A47113AE305}" destId="{4DCA5AE6-0025-4FD6-91EF-9EE7A7FF7F02}" srcOrd="2" destOrd="0" parTransId="{97AA0FB0-09A1-442C-90B7-2269AD5945C9}" sibTransId="{E63FB780-0271-4004-A86F-AC1557B43061}"/>
    <dgm:cxn modelId="{D2CE973C-E337-4393-B3CB-533642ECB3D4}" type="presOf" srcId="{CC945671-49CA-4090-9434-5B7662219B18}" destId="{0E21D78D-55F6-4320-B34A-4814BB09AF82}" srcOrd="0" destOrd="0" presId="urn:microsoft.com/office/officeart/2008/layout/VerticalCurvedList"/>
    <dgm:cxn modelId="{5854D23E-C5DB-4EF7-A605-478EBF63CB84}" type="presOf" srcId="{4DCA5AE6-0025-4FD6-91EF-9EE7A7FF7F02}" destId="{50E75E18-FD0A-4674-9241-2D66818A30FB}" srcOrd="0" destOrd="0" presId="urn:microsoft.com/office/officeart/2008/layout/VerticalCurvedList"/>
    <dgm:cxn modelId="{7D47AC4F-BD96-4911-9A63-34A4AB1BD923}" type="presOf" srcId="{F6308F30-C743-41A1-A01A-D862947C0FC9}" destId="{3FF3F926-6379-4791-A5DB-CB1B27997363}" srcOrd="0" destOrd="0" presId="urn:microsoft.com/office/officeart/2008/layout/VerticalCurvedList"/>
    <dgm:cxn modelId="{D382749B-E53D-4FE8-8C6B-6CC23AB6D3C6}" srcId="{0EA64597-5F66-4C0F-A515-9A47113AE305}" destId="{CC945671-49CA-4090-9434-5B7662219B18}" srcOrd="3" destOrd="0" parTransId="{D29E8FCF-4821-4F29-8309-E12B26132996}" sibTransId="{3F8D4F16-E04D-49A2-90B1-6075671EA9C0}"/>
    <dgm:cxn modelId="{39B8A5C0-FC9F-4E50-A4A0-91B56C72E36D}" srcId="{0EA64597-5F66-4C0F-A515-9A47113AE305}" destId="{F6308F30-C743-41A1-A01A-D862947C0FC9}" srcOrd="0" destOrd="0" parTransId="{37248E76-360B-4E47-8BD3-1893BF462342}" sibTransId="{79797B95-1482-4F86-A8DC-C6CFA1E6B425}"/>
    <dgm:cxn modelId="{A42F48D9-8A73-4BA3-83E2-2FEC4BC02B21}" type="presOf" srcId="{0EA64597-5F66-4C0F-A515-9A47113AE305}" destId="{91FEE217-420E-4B56-9DBF-A1BA91CE0562}" srcOrd="0" destOrd="0" presId="urn:microsoft.com/office/officeart/2008/layout/VerticalCurvedList"/>
    <dgm:cxn modelId="{61EA3EF7-8D20-41FF-885D-35A713318C08}" type="presOf" srcId="{79797B95-1482-4F86-A8DC-C6CFA1E6B425}" destId="{36E1D536-B6E7-466C-A917-2FD136E1F308}" srcOrd="0" destOrd="0" presId="urn:microsoft.com/office/officeart/2008/layout/VerticalCurvedList"/>
    <dgm:cxn modelId="{062C8982-1D85-4DAF-A1F7-C03D215BB737}" type="presParOf" srcId="{91FEE217-420E-4B56-9DBF-A1BA91CE0562}" destId="{A43DA480-EC65-4BEB-BB68-7B29F9178F1F}" srcOrd="0" destOrd="0" presId="urn:microsoft.com/office/officeart/2008/layout/VerticalCurvedList"/>
    <dgm:cxn modelId="{A6CA5909-A668-4EAD-B288-F8FF05BD1A30}" type="presParOf" srcId="{A43DA480-EC65-4BEB-BB68-7B29F9178F1F}" destId="{8E046961-8674-411E-881C-67E5ED013E89}" srcOrd="0" destOrd="0" presId="urn:microsoft.com/office/officeart/2008/layout/VerticalCurvedList"/>
    <dgm:cxn modelId="{A42938EE-E93C-4BFA-9E3A-8CDC312562AA}" type="presParOf" srcId="{8E046961-8674-411E-881C-67E5ED013E89}" destId="{507A654F-23F8-476A-9537-1CE8C238A6FC}" srcOrd="0" destOrd="0" presId="urn:microsoft.com/office/officeart/2008/layout/VerticalCurvedList"/>
    <dgm:cxn modelId="{B3748009-48BC-4DFD-BF74-E82515E50354}" type="presParOf" srcId="{8E046961-8674-411E-881C-67E5ED013E89}" destId="{36E1D536-B6E7-466C-A917-2FD136E1F308}" srcOrd="1" destOrd="0" presId="urn:microsoft.com/office/officeart/2008/layout/VerticalCurvedList"/>
    <dgm:cxn modelId="{28F0B648-23FD-4E06-8AC1-54EC56E3BCA1}" type="presParOf" srcId="{8E046961-8674-411E-881C-67E5ED013E89}" destId="{5D64A618-DDAF-4093-A897-6D70060833DD}" srcOrd="2" destOrd="0" presId="urn:microsoft.com/office/officeart/2008/layout/VerticalCurvedList"/>
    <dgm:cxn modelId="{5D84C342-F13C-4F3C-9439-13687DAB64F9}" type="presParOf" srcId="{8E046961-8674-411E-881C-67E5ED013E89}" destId="{9C0103D8-8DD0-4D11-82EC-7CF456B4226D}" srcOrd="3" destOrd="0" presId="urn:microsoft.com/office/officeart/2008/layout/VerticalCurvedList"/>
    <dgm:cxn modelId="{2D8D7696-5474-46AD-8E53-F7746A10E493}" type="presParOf" srcId="{A43DA480-EC65-4BEB-BB68-7B29F9178F1F}" destId="{3FF3F926-6379-4791-A5DB-CB1B27997363}" srcOrd="1" destOrd="0" presId="urn:microsoft.com/office/officeart/2008/layout/VerticalCurvedList"/>
    <dgm:cxn modelId="{B1253AE7-4890-49BB-9BAD-99C14FE77F30}" type="presParOf" srcId="{A43DA480-EC65-4BEB-BB68-7B29F9178F1F}" destId="{30196860-ECE0-41B7-B300-A789129C3667}" srcOrd="2" destOrd="0" presId="urn:microsoft.com/office/officeart/2008/layout/VerticalCurvedList"/>
    <dgm:cxn modelId="{BCE9C47E-24B2-4466-8CD1-12C20EEA8335}" type="presParOf" srcId="{30196860-ECE0-41B7-B300-A789129C3667}" destId="{D94CF905-56CF-4BFE-BB7B-09D01515D47E}" srcOrd="0" destOrd="0" presId="urn:microsoft.com/office/officeart/2008/layout/VerticalCurvedList"/>
    <dgm:cxn modelId="{72273F6E-A645-41A9-A092-65C4889A971B}" type="presParOf" srcId="{A43DA480-EC65-4BEB-BB68-7B29F9178F1F}" destId="{FE9BBE48-5B8C-416B-BBA2-42CB4FDEB7A8}" srcOrd="3" destOrd="0" presId="urn:microsoft.com/office/officeart/2008/layout/VerticalCurvedList"/>
    <dgm:cxn modelId="{DC578260-01C2-4EB6-ABB8-5FAA98276E98}" type="presParOf" srcId="{A43DA480-EC65-4BEB-BB68-7B29F9178F1F}" destId="{D2392D45-DB02-4E17-9BE6-4118DD068258}" srcOrd="4" destOrd="0" presId="urn:microsoft.com/office/officeart/2008/layout/VerticalCurvedList"/>
    <dgm:cxn modelId="{1FD9F369-3712-4FC3-9B26-3D4965D21801}" type="presParOf" srcId="{D2392D45-DB02-4E17-9BE6-4118DD068258}" destId="{288CD716-3E0E-4F69-BA37-F75CB8BF1220}" srcOrd="0" destOrd="0" presId="urn:microsoft.com/office/officeart/2008/layout/VerticalCurvedList"/>
    <dgm:cxn modelId="{1106B22A-DEF2-411B-B134-48384AFBAF29}" type="presParOf" srcId="{A43DA480-EC65-4BEB-BB68-7B29F9178F1F}" destId="{50E75E18-FD0A-4674-9241-2D66818A30FB}" srcOrd="5" destOrd="0" presId="urn:microsoft.com/office/officeart/2008/layout/VerticalCurvedList"/>
    <dgm:cxn modelId="{5FE43BCC-CFB5-402D-A9C7-696DF6C7281F}" type="presParOf" srcId="{A43DA480-EC65-4BEB-BB68-7B29F9178F1F}" destId="{A04583CE-D67F-4F23-AC63-C3E10031C222}" srcOrd="6" destOrd="0" presId="urn:microsoft.com/office/officeart/2008/layout/VerticalCurvedList"/>
    <dgm:cxn modelId="{CBDBAD9E-0E65-481B-A6D6-3E610D7851B0}" type="presParOf" srcId="{A04583CE-D67F-4F23-AC63-C3E10031C222}" destId="{DF54234B-4507-41FA-9457-A0B9A332E3F5}" srcOrd="0" destOrd="0" presId="urn:microsoft.com/office/officeart/2008/layout/VerticalCurvedList"/>
    <dgm:cxn modelId="{09A15414-0D32-43B9-AF15-5E25CE571D66}" type="presParOf" srcId="{A43DA480-EC65-4BEB-BB68-7B29F9178F1F}" destId="{0E21D78D-55F6-4320-B34A-4814BB09AF82}" srcOrd="7" destOrd="0" presId="urn:microsoft.com/office/officeart/2008/layout/VerticalCurvedList"/>
    <dgm:cxn modelId="{00295E99-8D43-441B-B664-669C32AB99AC}" type="presParOf" srcId="{A43DA480-EC65-4BEB-BB68-7B29F9178F1F}" destId="{BE91F763-0761-445B-8984-BA0E99AA801E}" srcOrd="8" destOrd="0" presId="urn:microsoft.com/office/officeart/2008/layout/VerticalCurvedList"/>
    <dgm:cxn modelId="{621B1E67-9C41-4812-B22C-EB6E523CB85A}" type="presParOf" srcId="{BE91F763-0761-445B-8984-BA0E99AA801E}" destId="{950521D1-C5EB-4FEC-90EC-90AA231FFA7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BC5847-EC96-4C8E-A872-103743DEBB43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4A2849-E885-4E21-9F67-540EF75B44E0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PZT contains Pb²⁺ as an essential structural ion.</a:t>
          </a:r>
        </a:p>
      </dgm:t>
    </dgm:pt>
    <dgm:pt modelId="{567833AE-AF0F-49BC-860A-0B4A09DB8014}" type="parTrans" cxnId="{9D186E70-FBB9-41EF-823C-2D82F7E8653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E288A0-E2E3-4C50-9E98-6196ECD9A166}" type="sibTrans" cxnId="{9D186E70-FBB9-41EF-823C-2D82F7E8653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97FDAB-73FB-458F-80B5-1177DB37EF99}">
      <dgm:prSet phldrT="[Text]"/>
      <dgm:spPr/>
      <dgm:t>
        <a:bodyPr/>
        <a:lstStyle/>
        <a:p>
          <a:pPr>
            <a:buNone/>
          </a:pP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PbO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can volatilize during high-temperature processing.</a:t>
          </a:r>
        </a:p>
      </dgm:t>
    </dgm:pt>
    <dgm:pt modelId="{A6B90977-B898-4667-A6BF-1D8ED780B99F}" type="parTrans" cxnId="{54F6151B-EA8F-4F09-9F81-EEEE51CB3A2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D930A5-5C9F-4C32-820C-4ACE85AE2B13}" type="sibTrans" cxnId="{54F6151B-EA8F-4F09-9F81-EEEE51CB3A2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A5527C-3BED-418B-B069-0CB2FB9928F2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Machining and recycling may generate Pb-containing dust/waste.</a:t>
          </a:r>
        </a:p>
      </dgm:t>
    </dgm:pt>
    <dgm:pt modelId="{E04DF0EC-41A1-4999-83BA-A4E1660F8C45}" type="parTrans" cxnId="{DB1909D3-4CA3-42B4-AE54-8268446D3AE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121A08-B053-49A0-A657-0BBAE823BC5D}" type="sibTrans" cxnId="{DB1909D3-4CA3-42B4-AE54-8268446D3AE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967CD9-22C0-41E9-8679-9BF9E643ACC4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RoHS, WEEE, and REACH motivate lead-free alternatives.</a:t>
          </a:r>
        </a:p>
      </dgm:t>
    </dgm:pt>
    <dgm:pt modelId="{5F51439A-6ED8-4F84-8BCA-BF54F10E43E1}" type="parTrans" cxnId="{5346B147-969B-4011-8B5F-805E90DF368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F135BF-5333-4650-8717-DC23E0138EB3}" type="sibTrans" cxnId="{5346B147-969B-4011-8B5F-805E90DF368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127C13-94BA-4AAC-87AC-DFD26BE7D913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End-of-life disposal creates long-term lead contamination risk.</a:t>
          </a:r>
        </a:p>
      </dgm:t>
    </dgm:pt>
    <dgm:pt modelId="{D4C1BE56-4E08-40DF-9236-EAF55DE5F78F}" type="parTrans" cxnId="{621A2F5A-8018-4553-97FC-2AC68935D0E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F68D80-6259-41C6-9CD2-985BB135F378}" type="sibTrans" cxnId="{621A2F5A-8018-4553-97FC-2AC68935D0E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308A00-4307-499C-9D01-7180442CF207}" type="pres">
      <dgm:prSet presAssocID="{F1BC5847-EC96-4C8E-A872-103743DEBB43}" presName="linear" presStyleCnt="0">
        <dgm:presLayoutVars>
          <dgm:animLvl val="lvl"/>
          <dgm:resizeHandles val="exact"/>
        </dgm:presLayoutVars>
      </dgm:prSet>
      <dgm:spPr/>
    </dgm:pt>
    <dgm:pt modelId="{D3989E9E-0C1E-4780-A79D-1801937BDD9F}" type="pres">
      <dgm:prSet presAssocID="{DC4A2849-E885-4E21-9F67-540EF75B44E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0E5B51B-2EE2-4798-A2F4-0AC7EABB8F7C}" type="pres">
      <dgm:prSet presAssocID="{6FE288A0-E2E3-4C50-9E98-6196ECD9A166}" presName="spacer" presStyleCnt="0"/>
      <dgm:spPr/>
    </dgm:pt>
    <dgm:pt modelId="{6C0DD24E-CFDC-4212-B3DD-8464FB58D37A}" type="pres">
      <dgm:prSet presAssocID="{4A97FDAB-73FB-458F-80B5-1177DB37EF9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4F8C312-1A87-46E4-9938-5216113B3915}" type="pres">
      <dgm:prSet presAssocID="{FCD930A5-5C9F-4C32-820C-4ACE85AE2B13}" presName="spacer" presStyleCnt="0"/>
      <dgm:spPr/>
    </dgm:pt>
    <dgm:pt modelId="{387E4461-5021-40FC-B5AF-A777CD433310}" type="pres">
      <dgm:prSet presAssocID="{67A5527C-3BED-418B-B069-0CB2FB9928F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3C722B0-FC82-4C20-89A2-96E35B08E592}" type="pres">
      <dgm:prSet presAssocID="{47121A08-B053-49A0-A657-0BBAE823BC5D}" presName="spacer" presStyleCnt="0"/>
      <dgm:spPr/>
    </dgm:pt>
    <dgm:pt modelId="{3A6DACAA-8871-40CE-A8E1-AB3EF046D063}" type="pres">
      <dgm:prSet presAssocID="{00127C13-94BA-4AAC-87AC-DFD26BE7D91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64A89BD-5EDD-49F9-846E-D39DD9872558}" type="pres">
      <dgm:prSet presAssocID="{3EF68D80-6259-41C6-9CD2-985BB135F378}" presName="spacer" presStyleCnt="0"/>
      <dgm:spPr/>
    </dgm:pt>
    <dgm:pt modelId="{99F826D0-CDC3-43CA-BFDF-C4E724DF98CB}" type="pres">
      <dgm:prSet presAssocID="{FD967CD9-22C0-41E9-8679-9BF9E643ACC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C06150E-3168-4292-8C52-71A79A80B7FC}" type="presOf" srcId="{F1BC5847-EC96-4C8E-A872-103743DEBB43}" destId="{54308A00-4307-499C-9D01-7180442CF207}" srcOrd="0" destOrd="0" presId="urn:microsoft.com/office/officeart/2005/8/layout/vList2"/>
    <dgm:cxn modelId="{54F6151B-EA8F-4F09-9F81-EEEE51CB3A24}" srcId="{F1BC5847-EC96-4C8E-A872-103743DEBB43}" destId="{4A97FDAB-73FB-458F-80B5-1177DB37EF99}" srcOrd="1" destOrd="0" parTransId="{A6B90977-B898-4667-A6BF-1D8ED780B99F}" sibTransId="{FCD930A5-5C9F-4C32-820C-4ACE85AE2B13}"/>
    <dgm:cxn modelId="{C4C46E28-1087-4161-9886-D2E3C48FCB2A}" type="presOf" srcId="{FD967CD9-22C0-41E9-8679-9BF9E643ACC4}" destId="{99F826D0-CDC3-43CA-BFDF-C4E724DF98CB}" srcOrd="0" destOrd="0" presId="urn:microsoft.com/office/officeart/2005/8/layout/vList2"/>
    <dgm:cxn modelId="{2D7F722B-DB5A-44F0-B51B-73C6D86191A1}" type="presOf" srcId="{00127C13-94BA-4AAC-87AC-DFD26BE7D913}" destId="{3A6DACAA-8871-40CE-A8E1-AB3EF046D063}" srcOrd="0" destOrd="0" presId="urn:microsoft.com/office/officeart/2005/8/layout/vList2"/>
    <dgm:cxn modelId="{5346B147-969B-4011-8B5F-805E90DF3680}" srcId="{F1BC5847-EC96-4C8E-A872-103743DEBB43}" destId="{FD967CD9-22C0-41E9-8679-9BF9E643ACC4}" srcOrd="4" destOrd="0" parTransId="{5F51439A-6ED8-4F84-8BCA-BF54F10E43E1}" sibTransId="{F5F135BF-5333-4650-8717-DC23E0138EB3}"/>
    <dgm:cxn modelId="{0DDF2E6D-259D-4AE2-99E8-6BCF3DEA5AB2}" type="presOf" srcId="{4A97FDAB-73FB-458F-80B5-1177DB37EF99}" destId="{6C0DD24E-CFDC-4212-B3DD-8464FB58D37A}" srcOrd="0" destOrd="0" presId="urn:microsoft.com/office/officeart/2005/8/layout/vList2"/>
    <dgm:cxn modelId="{9D186E70-FBB9-41EF-823C-2D82F7E8653B}" srcId="{F1BC5847-EC96-4C8E-A872-103743DEBB43}" destId="{DC4A2849-E885-4E21-9F67-540EF75B44E0}" srcOrd="0" destOrd="0" parTransId="{567833AE-AF0F-49BC-860A-0B4A09DB8014}" sibTransId="{6FE288A0-E2E3-4C50-9E98-6196ECD9A166}"/>
    <dgm:cxn modelId="{72D87859-562B-44D9-B176-E0318888557E}" type="presOf" srcId="{DC4A2849-E885-4E21-9F67-540EF75B44E0}" destId="{D3989E9E-0C1E-4780-A79D-1801937BDD9F}" srcOrd="0" destOrd="0" presId="urn:microsoft.com/office/officeart/2005/8/layout/vList2"/>
    <dgm:cxn modelId="{621A2F5A-8018-4553-97FC-2AC68935D0EE}" srcId="{F1BC5847-EC96-4C8E-A872-103743DEBB43}" destId="{00127C13-94BA-4AAC-87AC-DFD26BE7D913}" srcOrd="3" destOrd="0" parTransId="{D4C1BE56-4E08-40DF-9236-EAF55DE5F78F}" sibTransId="{3EF68D80-6259-41C6-9CD2-985BB135F378}"/>
    <dgm:cxn modelId="{DB1909D3-4CA3-42B4-AE54-8268446D3AE8}" srcId="{F1BC5847-EC96-4C8E-A872-103743DEBB43}" destId="{67A5527C-3BED-418B-B069-0CB2FB9928F2}" srcOrd="2" destOrd="0" parTransId="{E04DF0EC-41A1-4999-83BA-A4E1660F8C45}" sibTransId="{47121A08-B053-49A0-A657-0BBAE823BC5D}"/>
    <dgm:cxn modelId="{6A3C22F7-238D-44E3-BDC5-1580237EC375}" type="presOf" srcId="{67A5527C-3BED-418B-B069-0CB2FB9928F2}" destId="{387E4461-5021-40FC-B5AF-A777CD433310}" srcOrd="0" destOrd="0" presId="urn:microsoft.com/office/officeart/2005/8/layout/vList2"/>
    <dgm:cxn modelId="{AA9795E2-3047-4541-9EA4-21A8F683AABF}" type="presParOf" srcId="{54308A00-4307-499C-9D01-7180442CF207}" destId="{D3989E9E-0C1E-4780-A79D-1801937BDD9F}" srcOrd="0" destOrd="0" presId="urn:microsoft.com/office/officeart/2005/8/layout/vList2"/>
    <dgm:cxn modelId="{A3B302A7-1C7F-4B57-9566-4608B2D09DC6}" type="presParOf" srcId="{54308A00-4307-499C-9D01-7180442CF207}" destId="{70E5B51B-2EE2-4798-A2F4-0AC7EABB8F7C}" srcOrd="1" destOrd="0" presId="urn:microsoft.com/office/officeart/2005/8/layout/vList2"/>
    <dgm:cxn modelId="{64D9B216-7CAF-4E29-85E8-A4B9E192A71C}" type="presParOf" srcId="{54308A00-4307-499C-9D01-7180442CF207}" destId="{6C0DD24E-CFDC-4212-B3DD-8464FB58D37A}" srcOrd="2" destOrd="0" presId="urn:microsoft.com/office/officeart/2005/8/layout/vList2"/>
    <dgm:cxn modelId="{2C28C471-6089-4DD2-AB16-EE2F213891E1}" type="presParOf" srcId="{54308A00-4307-499C-9D01-7180442CF207}" destId="{94F8C312-1A87-46E4-9938-5216113B3915}" srcOrd="3" destOrd="0" presId="urn:microsoft.com/office/officeart/2005/8/layout/vList2"/>
    <dgm:cxn modelId="{AD459F8A-9AD5-4F77-B17C-EEE038F2C75E}" type="presParOf" srcId="{54308A00-4307-499C-9D01-7180442CF207}" destId="{387E4461-5021-40FC-B5AF-A777CD433310}" srcOrd="4" destOrd="0" presId="urn:microsoft.com/office/officeart/2005/8/layout/vList2"/>
    <dgm:cxn modelId="{D0704BC9-7E22-4D8F-A32E-EFC45BC365D4}" type="presParOf" srcId="{54308A00-4307-499C-9D01-7180442CF207}" destId="{A3C722B0-FC82-4C20-89A2-96E35B08E592}" srcOrd="5" destOrd="0" presId="urn:microsoft.com/office/officeart/2005/8/layout/vList2"/>
    <dgm:cxn modelId="{249AC5DA-0919-4775-81E5-1F2211B14371}" type="presParOf" srcId="{54308A00-4307-499C-9D01-7180442CF207}" destId="{3A6DACAA-8871-40CE-A8E1-AB3EF046D063}" srcOrd="6" destOrd="0" presId="urn:microsoft.com/office/officeart/2005/8/layout/vList2"/>
    <dgm:cxn modelId="{72F5A46D-F47A-4FD6-9848-1C66B41B2ED5}" type="presParOf" srcId="{54308A00-4307-499C-9D01-7180442CF207}" destId="{E64A89BD-5EDD-49F9-846E-D39DD9872558}" srcOrd="7" destOrd="0" presId="urn:microsoft.com/office/officeart/2005/8/layout/vList2"/>
    <dgm:cxn modelId="{D39422CA-69C2-48BF-8489-9E03329C6C72}" type="presParOf" srcId="{54308A00-4307-499C-9D01-7180442CF207}" destId="{99F826D0-CDC3-43CA-BFDF-C4E724DF98C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E477B2-F2FB-424C-9A9F-C747320B0BFB}" type="doc">
      <dgm:prSet loTypeId="urn:microsoft.com/office/officeart/2005/8/layout/pyramid1" loCatId="pyramid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D54998BD-FFB9-48FA-B449-45A22E1979BF}">
      <dgm:prSet phldrT="[Text]" phldr="0" custT="1"/>
      <dgm:spPr/>
      <dgm:t>
        <a:bodyPr/>
        <a:lstStyle/>
        <a:p>
          <a:pPr algn="ctr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Alkali</a:t>
          </a:r>
        </a:p>
        <a:p>
          <a:pPr algn="ctr"/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Volatilization</a:t>
          </a:r>
        </a:p>
      </dgm:t>
    </dgm:pt>
    <dgm:pt modelId="{E7615452-3FDB-4131-9568-B1790703B212}" type="parTrans" cxnId="{6FD96B99-E2EC-4493-A0A9-F1F5ED1960A8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8EBC14-D3E4-4985-8D4D-008AFBC03198}" type="sibTrans" cxnId="{6FD96B99-E2EC-4493-A0A9-F1F5ED1960A8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FDB445-F544-4051-8BA5-2473C61997EA}">
      <dgm:prSet phldrT="[Text]" phldr="0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Narrow Sintering Window</a:t>
          </a:r>
        </a:p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1050 to 1130</a:t>
          </a:r>
          <a:r>
            <a:rPr lang="en-US" sz="1800" baseline="30000" dirty="0">
              <a:latin typeface="Times New Roman" panose="02020603050405020304" pitchFamily="18" charset="0"/>
              <a:cs typeface="Times New Roman" panose="02020603050405020304" pitchFamily="18" charset="0"/>
            </a:rPr>
            <a:t>0</a:t>
          </a:r>
          <a:r>
            <a:rPr lang="en-US" sz="18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B647CB-2C2B-4329-89FB-F2897E79D9E8}" type="parTrans" cxnId="{0FBC757F-3969-48E4-AC75-99CD9BED69EB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3ACCAD-E15B-4DAC-8826-3F5295602D57}" type="sibTrans" cxnId="{0FBC757F-3969-48E4-AC75-99CD9BED69EB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D7CDC3-FC7A-4CEB-A59E-D064288CDCE7}">
      <dgm:prSet phldrT="[Text]" custT="1"/>
      <dgm:spPr/>
      <dgm:t>
        <a:bodyPr/>
        <a:lstStyle/>
        <a:p>
          <a:pPr algn="just">
            <a:buNone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Reduced density, high dielectric loss, and unstable piezoelectric performance.</a:t>
          </a:r>
        </a:p>
      </dgm:t>
    </dgm:pt>
    <dgm:pt modelId="{990857CC-035C-42A4-9B22-0F333F781D9B}" type="parTrans" cxnId="{DF74B1DA-1722-4913-A4B0-7D7D728143A1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63CE26-DFE7-491E-8C5B-E864B0FB018A}" type="sibTrans" cxnId="{DF74B1DA-1722-4913-A4B0-7D7D728143A1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4C6C49-D22C-4160-86EA-D3D67C0A49F9}" type="pres">
      <dgm:prSet presAssocID="{9FE477B2-F2FB-424C-9A9F-C747320B0BFB}" presName="Name0" presStyleCnt="0">
        <dgm:presLayoutVars>
          <dgm:dir/>
          <dgm:animLvl val="lvl"/>
          <dgm:resizeHandles val="exact"/>
        </dgm:presLayoutVars>
      </dgm:prSet>
      <dgm:spPr/>
    </dgm:pt>
    <dgm:pt modelId="{28CDE62A-DF21-4D4A-9E95-7761CBA36CF2}" type="pres">
      <dgm:prSet presAssocID="{D54998BD-FFB9-48FA-B449-45A22E1979BF}" presName="Name8" presStyleCnt="0"/>
      <dgm:spPr/>
    </dgm:pt>
    <dgm:pt modelId="{2A6953F5-4F49-4BBA-9DF9-DA011162D864}" type="pres">
      <dgm:prSet presAssocID="{D54998BD-FFB9-48FA-B449-45A22E1979BF}" presName="level" presStyleLbl="node1" presStyleIdx="0" presStyleCnt="3">
        <dgm:presLayoutVars>
          <dgm:chMax val="1"/>
          <dgm:bulletEnabled val="1"/>
        </dgm:presLayoutVars>
      </dgm:prSet>
      <dgm:spPr/>
    </dgm:pt>
    <dgm:pt modelId="{41A81677-0560-4C9B-BF84-E199A704CDD2}" type="pres">
      <dgm:prSet presAssocID="{D54998BD-FFB9-48FA-B449-45A22E1979B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7062C5C-5A1D-409F-B048-B2B8DCE6BB98}" type="pres">
      <dgm:prSet presAssocID="{74FDB445-F544-4051-8BA5-2473C61997EA}" presName="Name8" presStyleCnt="0"/>
      <dgm:spPr/>
    </dgm:pt>
    <dgm:pt modelId="{EE90B1D8-FB71-40A5-9180-59E855B41312}" type="pres">
      <dgm:prSet presAssocID="{74FDB445-F544-4051-8BA5-2473C61997EA}" presName="level" presStyleLbl="node1" presStyleIdx="1" presStyleCnt="3">
        <dgm:presLayoutVars>
          <dgm:chMax val="1"/>
          <dgm:bulletEnabled val="1"/>
        </dgm:presLayoutVars>
      </dgm:prSet>
      <dgm:spPr/>
    </dgm:pt>
    <dgm:pt modelId="{26178A97-3972-40CB-BE92-253E660134DC}" type="pres">
      <dgm:prSet presAssocID="{74FDB445-F544-4051-8BA5-2473C61997E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970144D-3634-4EFB-B1E7-BC48C2FDD941}" type="pres">
      <dgm:prSet presAssocID="{D4D7CDC3-FC7A-4CEB-A59E-D064288CDCE7}" presName="Name8" presStyleCnt="0"/>
      <dgm:spPr/>
    </dgm:pt>
    <dgm:pt modelId="{3540FA4E-0204-4C19-9D6A-353840098410}" type="pres">
      <dgm:prSet presAssocID="{D4D7CDC3-FC7A-4CEB-A59E-D064288CDCE7}" presName="level" presStyleLbl="node1" presStyleIdx="2" presStyleCnt="3">
        <dgm:presLayoutVars>
          <dgm:chMax val="1"/>
          <dgm:bulletEnabled val="1"/>
        </dgm:presLayoutVars>
      </dgm:prSet>
      <dgm:spPr/>
    </dgm:pt>
    <dgm:pt modelId="{3DB3A50B-C0B9-4847-91EC-4CD761524E19}" type="pres">
      <dgm:prSet presAssocID="{D4D7CDC3-FC7A-4CEB-A59E-D064288CDCE7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6AAF8A26-EF89-4BC6-A479-142C65941AFD}" type="presOf" srcId="{D54998BD-FFB9-48FA-B449-45A22E1979BF}" destId="{41A81677-0560-4C9B-BF84-E199A704CDD2}" srcOrd="1" destOrd="0" presId="urn:microsoft.com/office/officeart/2005/8/layout/pyramid1"/>
    <dgm:cxn modelId="{FDA5B15D-BB32-4C39-96A4-18FEF22C658F}" type="presOf" srcId="{D54998BD-FFB9-48FA-B449-45A22E1979BF}" destId="{2A6953F5-4F49-4BBA-9DF9-DA011162D864}" srcOrd="0" destOrd="0" presId="urn:microsoft.com/office/officeart/2005/8/layout/pyramid1"/>
    <dgm:cxn modelId="{34C9B24F-8D03-44FD-8322-4A86B12D0198}" type="presOf" srcId="{9FE477B2-F2FB-424C-9A9F-C747320B0BFB}" destId="{7E4C6C49-D22C-4160-86EA-D3D67C0A49F9}" srcOrd="0" destOrd="0" presId="urn:microsoft.com/office/officeart/2005/8/layout/pyramid1"/>
    <dgm:cxn modelId="{94B3DE75-5F9E-4979-AB3D-02D23C6FB8F7}" type="presOf" srcId="{D4D7CDC3-FC7A-4CEB-A59E-D064288CDCE7}" destId="{3540FA4E-0204-4C19-9D6A-353840098410}" srcOrd="0" destOrd="0" presId="urn:microsoft.com/office/officeart/2005/8/layout/pyramid1"/>
    <dgm:cxn modelId="{0FBC757F-3969-48E4-AC75-99CD9BED69EB}" srcId="{9FE477B2-F2FB-424C-9A9F-C747320B0BFB}" destId="{74FDB445-F544-4051-8BA5-2473C61997EA}" srcOrd="1" destOrd="0" parTransId="{BEB647CB-2C2B-4329-89FB-F2897E79D9E8}" sibTransId="{983ACCAD-E15B-4DAC-8826-3F5295602D57}"/>
    <dgm:cxn modelId="{8E4C2980-8597-4DA0-8252-60525D42A97B}" type="presOf" srcId="{D4D7CDC3-FC7A-4CEB-A59E-D064288CDCE7}" destId="{3DB3A50B-C0B9-4847-91EC-4CD761524E19}" srcOrd="1" destOrd="0" presId="urn:microsoft.com/office/officeart/2005/8/layout/pyramid1"/>
    <dgm:cxn modelId="{B4BB0C8F-CB0A-48A1-97D7-21299ECF098F}" type="presOf" srcId="{74FDB445-F544-4051-8BA5-2473C61997EA}" destId="{EE90B1D8-FB71-40A5-9180-59E855B41312}" srcOrd="0" destOrd="0" presId="urn:microsoft.com/office/officeart/2005/8/layout/pyramid1"/>
    <dgm:cxn modelId="{6FD96B99-E2EC-4493-A0A9-F1F5ED1960A8}" srcId="{9FE477B2-F2FB-424C-9A9F-C747320B0BFB}" destId="{D54998BD-FFB9-48FA-B449-45A22E1979BF}" srcOrd="0" destOrd="0" parTransId="{E7615452-3FDB-4131-9568-B1790703B212}" sibTransId="{338EBC14-D3E4-4985-8D4D-008AFBC03198}"/>
    <dgm:cxn modelId="{DF74B1DA-1722-4913-A4B0-7D7D728143A1}" srcId="{9FE477B2-F2FB-424C-9A9F-C747320B0BFB}" destId="{D4D7CDC3-FC7A-4CEB-A59E-D064288CDCE7}" srcOrd="2" destOrd="0" parTransId="{990857CC-035C-42A4-9B22-0F333F781D9B}" sibTransId="{DB63CE26-DFE7-491E-8C5B-E864B0FB018A}"/>
    <dgm:cxn modelId="{84291CE2-76BA-41D0-A180-4E3377C3ADE9}" type="presOf" srcId="{74FDB445-F544-4051-8BA5-2473C61997EA}" destId="{26178A97-3972-40CB-BE92-253E660134DC}" srcOrd="1" destOrd="0" presId="urn:microsoft.com/office/officeart/2005/8/layout/pyramid1"/>
    <dgm:cxn modelId="{48161B91-CE29-447C-93D2-A9BF81557640}" type="presParOf" srcId="{7E4C6C49-D22C-4160-86EA-D3D67C0A49F9}" destId="{28CDE62A-DF21-4D4A-9E95-7761CBA36CF2}" srcOrd="0" destOrd="0" presId="urn:microsoft.com/office/officeart/2005/8/layout/pyramid1"/>
    <dgm:cxn modelId="{E490EED1-227F-47F6-8902-9C8F4478EBF5}" type="presParOf" srcId="{28CDE62A-DF21-4D4A-9E95-7761CBA36CF2}" destId="{2A6953F5-4F49-4BBA-9DF9-DA011162D864}" srcOrd="0" destOrd="0" presId="urn:microsoft.com/office/officeart/2005/8/layout/pyramid1"/>
    <dgm:cxn modelId="{BEEB9BD1-E3EE-4273-A419-8C73D879B2AB}" type="presParOf" srcId="{28CDE62A-DF21-4D4A-9E95-7761CBA36CF2}" destId="{41A81677-0560-4C9B-BF84-E199A704CDD2}" srcOrd="1" destOrd="0" presId="urn:microsoft.com/office/officeart/2005/8/layout/pyramid1"/>
    <dgm:cxn modelId="{26F66743-EE4D-49D4-AA51-29BDDC2FF401}" type="presParOf" srcId="{7E4C6C49-D22C-4160-86EA-D3D67C0A49F9}" destId="{F7062C5C-5A1D-409F-B048-B2B8DCE6BB98}" srcOrd="1" destOrd="0" presId="urn:microsoft.com/office/officeart/2005/8/layout/pyramid1"/>
    <dgm:cxn modelId="{DD2A58C3-D9EB-44B2-8B7B-3C3783C6C819}" type="presParOf" srcId="{F7062C5C-5A1D-409F-B048-B2B8DCE6BB98}" destId="{EE90B1D8-FB71-40A5-9180-59E855B41312}" srcOrd="0" destOrd="0" presId="urn:microsoft.com/office/officeart/2005/8/layout/pyramid1"/>
    <dgm:cxn modelId="{6BF3511C-BDA2-4D9D-A4F7-476A816E5BD1}" type="presParOf" srcId="{F7062C5C-5A1D-409F-B048-B2B8DCE6BB98}" destId="{26178A97-3972-40CB-BE92-253E660134DC}" srcOrd="1" destOrd="0" presId="urn:microsoft.com/office/officeart/2005/8/layout/pyramid1"/>
    <dgm:cxn modelId="{0C5926D7-011D-4514-97D2-73C080CA5DEE}" type="presParOf" srcId="{7E4C6C49-D22C-4160-86EA-D3D67C0A49F9}" destId="{6970144D-3634-4EFB-B1E7-BC48C2FDD941}" srcOrd="2" destOrd="0" presId="urn:microsoft.com/office/officeart/2005/8/layout/pyramid1"/>
    <dgm:cxn modelId="{590D538C-BD3E-495A-B258-2239F10F6418}" type="presParOf" srcId="{6970144D-3634-4EFB-B1E7-BC48C2FDD941}" destId="{3540FA4E-0204-4C19-9D6A-353840098410}" srcOrd="0" destOrd="0" presId="urn:microsoft.com/office/officeart/2005/8/layout/pyramid1"/>
    <dgm:cxn modelId="{44CA6D34-02FB-442A-9EC5-37366BB5E6C8}" type="presParOf" srcId="{6970144D-3634-4EFB-B1E7-BC48C2FDD941}" destId="{3DB3A50B-C0B9-4847-91EC-4CD761524E19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08D439-B5D4-4559-9A7D-A126D8E80B7B}" type="doc">
      <dgm:prSet loTypeId="urn:microsoft.com/office/officeart/2024/layout/NumberedTitleList#2" loCatId="list" qsTypeId="urn:microsoft.com/office/officeart/2005/8/quickstyle/simple3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8A8E6495-FED2-4C65-A355-FDC1BC9E1F63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Environmental and health concern about PZT</a:t>
          </a:r>
        </a:p>
      </dgm:t>
    </dgm:pt>
    <dgm:pt modelId="{4268EC7B-9453-4442-B947-A82D323E3E64}" type="parTrans" cxnId="{5081657A-4427-43C7-8A68-6D88294DB3E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8E89559-5281-4C39-9489-DF39B6A6FB67}" type="sibTrans" cxnId="{5081657A-4427-43C7-8A68-6D88294DB3E0}">
      <dgm:prSet phldrT="1" phldr="0"/>
      <dgm:spPr/>
      <dgm:t>
        <a:bodyPr/>
        <a:lstStyle/>
        <a:p>
          <a:r>
            <a:rPr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gm:t>
    </dgm:pt>
    <dgm:pt modelId="{B3A6A208-A7B6-4D58-9600-9B903438A46E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Balancing between dielectric response and polarization stability</a:t>
          </a:r>
        </a:p>
      </dgm:t>
    </dgm:pt>
    <dgm:pt modelId="{E450DBDD-5E2C-4D8C-910F-A2C539F9A36A}" type="parTrans" cxnId="{2AFA12FD-E42F-4B5E-BF0D-13464E83F73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4C6176-BB34-432B-A7A1-B7B2F1CE7315}" type="sibTrans" cxnId="{2AFA12FD-E42F-4B5E-BF0D-13464E83F736}">
      <dgm:prSet phldrT="3" phldr="0"/>
      <dgm:spPr/>
      <dgm:t>
        <a:bodyPr/>
        <a:lstStyle/>
        <a:p>
          <a:r>
            <a:rPr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gm:t>
    </dgm:pt>
    <dgm:pt modelId="{43E00E40-1D16-416D-A31A-8FDA40C377C8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Less explored than common KNN doping or texturing</a:t>
          </a:r>
        </a:p>
      </dgm:t>
    </dgm:pt>
    <dgm:pt modelId="{C400BEE5-89A7-4F09-AC26-254CE23E604F}" type="parTrans" cxnId="{AD9232A3-B7D2-41EC-A788-3B9112F0631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B0C31E-75F1-43D4-9B1C-8E8F7FABF6BD}" type="sibTrans" cxnId="{AD9232A3-B7D2-41EC-A788-3B9112F06318}">
      <dgm:prSet phldrT="4" phldr="0"/>
      <dgm:spPr/>
      <dgm:t>
        <a:bodyPr/>
        <a:lstStyle/>
        <a:p>
          <a:r>
            <a:rPr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</a:p>
      </dgm:t>
    </dgm:pt>
    <dgm:pt modelId="{F4726278-85AC-4C88-814F-BE38BB266A5B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Problem of alkali volatilization controlled</a:t>
          </a:r>
        </a:p>
      </dgm:t>
    </dgm:pt>
    <dgm:pt modelId="{DA9D5EC4-50E1-4C69-8D51-2BAD7F03BEAC}" type="parTrans" cxnId="{A4FA4EE7-817D-4F85-B310-04E800C1309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AA8D62-8F20-4C99-B3CC-67FC580D0D0B}" type="sibTrans" cxnId="{A4FA4EE7-817D-4F85-B310-04E800C1309F}">
      <dgm:prSet phldrT="2" phldr="0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gm:t>
    </dgm:pt>
    <dgm:pt modelId="{3856F7F9-50AF-4DDA-B1A9-196572AE3B4A}" type="pres">
      <dgm:prSet presAssocID="{F508D439-B5D4-4559-9A7D-A126D8E80B7B}" presName="Name0" presStyleCnt="0">
        <dgm:presLayoutVars>
          <dgm:dir/>
          <dgm:animLvl val="lvl"/>
          <dgm:resizeHandles val="exact"/>
        </dgm:presLayoutVars>
      </dgm:prSet>
      <dgm:spPr/>
    </dgm:pt>
    <dgm:pt modelId="{15BAC35B-091A-4EA6-969E-C7AAE5A28527}" type="pres">
      <dgm:prSet presAssocID="{8A8E6495-FED2-4C65-A355-FDC1BC9E1F63}" presName="compositeNode" presStyleCnt="0">
        <dgm:presLayoutVars>
          <dgm:bulletEnabled val="1"/>
        </dgm:presLayoutVars>
      </dgm:prSet>
      <dgm:spPr/>
    </dgm:pt>
    <dgm:pt modelId="{75E87109-E2A8-485C-BD86-ED79810F1EF3}" type="pres">
      <dgm:prSet presAssocID="{8A8E6495-FED2-4C65-A355-FDC1BC9E1F63}" presName="bgRect" presStyleLbl="fgAcc1" presStyleIdx="0" presStyleCnt="4"/>
      <dgm:spPr/>
    </dgm:pt>
    <dgm:pt modelId="{91A86946-AD13-4C21-A9E3-DC0A925BE7EB}" type="pres">
      <dgm:prSet presAssocID="{C8E89559-5281-4C39-9489-DF39B6A6FB67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34828DF9-A3C3-44E7-AD66-E0204FC91261}" type="pres">
      <dgm:prSet presAssocID="{8A8E6495-FED2-4C65-A355-FDC1BC9E1F63}" presName="nodeText" presStyleLbl="bgAccFollowNode1" presStyleIdx="0" presStyleCnt="0">
        <dgm:presLayoutVars>
          <dgm:bulletEnabled val="1"/>
        </dgm:presLayoutVars>
      </dgm:prSet>
      <dgm:spPr/>
    </dgm:pt>
    <dgm:pt modelId="{E700B687-1A67-49F1-AEA4-F4804E3DD704}" type="pres">
      <dgm:prSet presAssocID="{C8E89559-5281-4C39-9489-DF39B6A6FB67}" presName="sibTrans" presStyleCnt="0"/>
      <dgm:spPr/>
    </dgm:pt>
    <dgm:pt modelId="{C130B86B-7ECE-47A3-A303-3B2176D604DE}" type="pres">
      <dgm:prSet presAssocID="{F4726278-85AC-4C88-814F-BE38BB266A5B}" presName="compositeNode" presStyleCnt="0">
        <dgm:presLayoutVars>
          <dgm:bulletEnabled val="1"/>
        </dgm:presLayoutVars>
      </dgm:prSet>
      <dgm:spPr/>
    </dgm:pt>
    <dgm:pt modelId="{1294121D-D15C-47CE-AD86-8FFB5B5EB4F5}" type="pres">
      <dgm:prSet presAssocID="{F4726278-85AC-4C88-814F-BE38BB266A5B}" presName="bgRect" presStyleLbl="fgAcc1" presStyleIdx="1" presStyleCnt="4"/>
      <dgm:spPr/>
    </dgm:pt>
    <dgm:pt modelId="{C3FFBED4-2DAF-4261-8831-8C1DA5E0043E}" type="pres">
      <dgm:prSet presAssocID="{6AAA8D62-8F20-4C99-B3CC-67FC580D0D0B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D4AB9D5D-AFAB-4972-BF97-4351B4E64C74}" type="pres">
      <dgm:prSet presAssocID="{F4726278-85AC-4C88-814F-BE38BB266A5B}" presName="nodeText" presStyleLbl="bgAccFollowNode1" presStyleIdx="0" presStyleCnt="0">
        <dgm:presLayoutVars>
          <dgm:bulletEnabled val="1"/>
        </dgm:presLayoutVars>
      </dgm:prSet>
      <dgm:spPr/>
    </dgm:pt>
    <dgm:pt modelId="{BCCFD697-F4D7-425A-9470-CE50F6652F2B}" type="pres">
      <dgm:prSet presAssocID="{6AAA8D62-8F20-4C99-B3CC-67FC580D0D0B}" presName="sibTrans" presStyleCnt="0"/>
      <dgm:spPr/>
    </dgm:pt>
    <dgm:pt modelId="{70F512B3-C757-4D60-8CFB-387EE86CC0D8}" type="pres">
      <dgm:prSet presAssocID="{B3A6A208-A7B6-4D58-9600-9B903438A46E}" presName="compositeNode" presStyleCnt="0">
        <dgm:presLayoutVars>
          <dgm:bulletEnabled val="1"/>
        </dgm:presLayoutVars>
      </dgm:prSet>
      <dgm:spPr/>
    </dgm:pt>
    <dgm:pt modelId="{818F746A-A75E-48E7-9477-37FB9C00CA76}" type="pres">
      <dgm:prSet presAssocID="{B3A6A208-A7B6-4D58-9600-9B903438A46E}" presName="bgRect" presStyleLbl="fgAcc1" presStyleIdx="2" presStyleCnt="4"/>
      <dgm:spPr/>
    </dgm:pt>
    <dgm:pt modelId="{22C84A10-9B9C-4B83-8AFE-2221C6216FE8}" type="pres">
      <dgm:prSet presAssocID="{204C6176-BB34-432B-A7A1-B7B2F1CE7315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4135A333-88C3-4D2B-BE28-9A8D738F1AE1}" type="pres">
      <dgm:prSet presAssocID="{B3A6A208-A7B6-4D58-9600-9B903438A46E}" presName="nodeText" presStyleLbl="bgAccFollowNode1" presStyleIdx="0" presStyleCnt="0">
        <dgm:presLayoutVars>
          <dgm:bulletEnabled val="1"/>
        </dgm:presLayoutVars>
      </dgm:prSet>
      <dgm:spPr/>
    </dgm:pt>
    <dgm:pt modelId="{B1C93DBD-1FF3-40AD-AF84-A0D909DF6AB9}" type="pres">
      <dgm:prSet presAssocID="{204C6176-BB34-432B-A7A1-B7B2F1CE7315}" presName="sibTrans" presStyleCnt="0"/>
      <dgm:spPr/>
    </dgm:pt>
    <dgm:pt modelId="{712489C6-FF70-4EF4-A93C-AE1D1C8214FD}" type="pres">
      <dgm:prSet presAssocID="{43E00E40-1D16-416D-A31A-8FDA40C377C8}" presName="compositeNode" presStyleCnt="0">
        <dgm:presLayoutVars>
          <dgm:bulletEnabled val="1"/>
        </dgm:presLayoutVars>
      </dgm:prSet>
      <dgm:spPr/>
    </dgm:pt>
    <dgm:pt modelId="{2FBB097F-BB7C-4419-A80B-967E6D0996F3}" type="pres">
      <dgm:prSet presAssocID="{43E00E40-1D16-416D-A31A-8FDA40C377C8}" presName="bgRect" presStyleLbl="fgAcc1" presStyleIdx="3" presStyleCnt="4"/>
      <dgm:spPr/>
    </dgm:pt>
    <dgm:pt modelId="{0D02EA27-320F-4EE1-9F7B-74D296EDB2D2}" type="pres">
      <dgm:prSet presAssocID="{21B0C31E-75F1-43D4-9B1C-8E8F7FABF6BD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B3B5C485-3A55-4E02-A3AC-E8DC163F8028}" type="pres">
      <dgm:prSet presAssocID="{43E00E40-1D16-416D-A31A-8FDA40C377C8}" presName="nodeText" presStyleLbl="bgAccFollowNode1" presStyleIdx="0" presStyleCnt="0">
        <dgm:presLayoutVars>
          <dgm:bulletEnabled val="1"/>
        </dgm:presLayoutVars>
      </dgm:prSet>
      <dgm:spPr/>
    </dgm:pt>
  </dgm:ptLst>
  <dgm:cxnLst>
    <dgm:cxn modelId="{7CE43000-A210-419D-9030-88D1A82BEF91}" type="presOf" srcId="{8A8E6495-FED2-4C65-A355-FDC1BC9E1F63}" destId="{34828DF9-A3C3-44E7-AD66-E0204FC91261}" srcOrd="1" destOrd="0" presId="urn:microsoft.com/office/officeart/2024/layout/NumberedTitleList#2"/>
    <dgm:cxn modelId="{A981610F-7B6C-4CD5-A59E-4508767A7A60}" type="presOf" srcId="{21B0C31E-75F1-43D4-9B1C-8E8F7FABF6BD}" destId="{0D02EA27-320F-4EE1-9F7B-74D296EDB2D2}" srcOrd="0" destOrd="0" presId="urn:microsoft.com/office/officeart/2024/layout/NumberedTitleList#2"/>
    <dgm:cxn modelId="{54DDB311-889D-4EBF-AD47-B5044B471661}" type="presOf" srcId="{B3A6A208-A7B6-4D58-9600-9B903438A46E}" destId="{4135A333-88C3-4D2B-BE28-9A8D738F1AE1}" srcOrd="1" destOrd="0" presId="urn:microsoft.com/office/officeart/2024/layout/NumberedTitleList#2"/>
    <dgm:cxn modelId="{01545241-B852-4134-AC2B-65794D2727DE}" type="presOf" srcId="{F4726278-85AC-4C88-814F-BE38BB266A5B}" destId="{1294121D-D15C-47CE-AD86-8FFB5B5EB4F5}" srcOrd="0" destOrd="0" presId="urn:microsoft.com/office/officeart/2024/layout/NumberedTitleList#2"/>
    <dgm:cxn modelId="{5081657A-4427-43C7-8A68-6D88294DB3E0}" srcId="{F508D439-B5D4-4559-9A7D-A126D8E80B7B}" destId="{8A8E6495-FED2-4C65-A355-FDC1BC9E1F63}" srcOrd="0" destOrd="0" parTransId="{4268EC7B-9453-4442-B947-A82D323E3E64}" sibTransId="{C8E89559-5281-4C39-9489-DF39B6A6FB67}"/>
    <dgm:cxn modelId="{87CC9283-F245-4E34-AED4-79CD3B9F6D26}" type="presOf" srcId="{B3A6A208-A7B6-4D58-9600-9B903438A46E}" destId="{818F746A-A75E-48E7-9477-37FB9C00CA76}" srcOrd="0" destOrd="0" presId="urn:microsoft.com/office/officeart/2024/layout/NumberedTitleList#2"/>
    <dgm:cxn modelId="{9FD60F84-FD7E-462C-8CA5-9F0886585065}" type="presOf" srcId="{43E00E40-1D16-416D-A31A-8FDA40C377C8}" destId="{B3B5C485-3A55-4E02-A3AC-E8DC163F8028}" srcOrd="1" destOrd="0" presId="urn:microsoft.com/office/officeart/2024/layout/NumberedTitleList#2"/>
    <dgm:cxn modelId="{80B46386-A557-4B8C-BF6D-561AFBBC8E5C}" type="presOf" srcId="{6AAA8D62-8F20-4C99-B3CC-67FC580D0D0B}" destId="{C3FFBED4-2DAF-4261-8831-8C1DA5E0043E}" srcOrd="0" destOrd="0" presId="urn:microsoft.com/office/officeart/2024/layout/NumberedTitleList#2"/>
    <dgm:cxn modelId="{B1C8A39B-2E7E-418F-B9D1-E12C316F5EF4}" type="presOf" srcId="{8A8E6495-FED2-4C65-A355-FDC1BC9E1F63}" destId="{75E87109-E2A8-485C-BD86-ED79810F1EF3}" srcOrd="0" destOrd="0" presId="urn:microsoft.com/office/officeart/2024/layout/NumberedTitleList#2"/>
    <dgm:cxn modelId="{AD9232A3-B7D2-41EC-A788-3B9112F06318}" srcId="{F508D439-B5D4-4559-9A7D-A126D8E80B7B}" destId="{43E00E40-1D16-416D-A31A-8FDA40C377C8}" srcOrd="3" destOrd="0" parTransId="{C400BEE5-89A7-4F09-AC26-254CE23E604F}" sibTransId="{21B0C31E-75F1-43D4-9B1C-8E8F7FABF6BD}"/>
    <dgm:cxn modelId="{B1284DA8-0320-4B8A-8C0B-A281C595723F}" type="presOf" srcId="{F4726278-85AC-4C88-814F-BE38BB266A5B}" destId="{D4AB9D5D-AFAB-4972-BF97-4351B4E64C74}" srcOrd="1" destOrd="0" presId="urn:microsoft.com/office/officeart/2024/layout/NumberedTitleList#2"/>
    <dgm:cxn modelId="{E5E012B0-A389-4AA9-8E3E-8D57FBC3CE49}" type="presOf" srcId="{F508D439-B5D4-4559-9A7D-A126D8E80B7B}" destId="{3856F7F9-50AF-4DDA-B1A9-196572AE3B4A}" srcOrd="0" destOrd="0" presId="urn:microsoft.com/office/officeart/2024/layout/NumberedTitleList#2"/>
    <dgm:cxn modelId="{6DBC2BBC-39EC-4B6E-8529-F7C8DFE66F1D}" type="presOf" srcId="{204C6176-BB34-432B-A7A1-B7B2F1CE7315}" destId="{22C84A10-9B9C-4B83-8AFE-2221C6216FE8}" srcOrd="0" destOrd="0" presId="urn:microsoft.com/office/officeart/2024/layout/NumberedTitleList#2"/>
    <dgm:cxn modelId="{DB57B0DF-748A-471D-BD39-E06C35E16489}" type="presOf" srcId="{43E00E40-1D16-416D-A31A-8FDA40C377C8}" destId="{2FBB097F-BB7C-4419-A80B-967E6D0996F3}" srcOrd="0" destOrd="0" presId="urn:microsoft.com/office/officeart/2024/layout/NumberedTitleList#2"/>
    <dgm:cxn modelId="{A4FA4EE7-817D-4F85-B310-04E800C1309F}" srcId="{F508D439-B5D4-4559-9A7D-A126D8E80B7B}" destId="{F4726278-85AC-4C88-814F-BE38BB266A5B}" srcOrd="1" destOrd="0" parTransId="{DA9D5EC4-50E1-4C69-8D51-2BAD7F03BEAC}" sibTransId="{6AAA8D62-8F20-4C99-B3CC-67FC580D0D0B}"/>
    <dgm:cxn modelId="{B54B46F9-C5F2-40BC-B040-419A70310563}" type="presOf" srcId="{C8E89559-5281-4C39-9489-DF39B6A6FB67}" destId="{91A86946-AD13-4C21-A9E3-DC0A925BE7EB}" srcOrd="0" destOrd="0" presId="urn:microsoft.com/office/officeart/2024/layout/NumberedTitleList#2"/>
    <dgm:cxn modelId="{2AFA12FD-E42F-4B5E-BF0D-13464E83F736}" srcId="{F508D439-B5D4-4559-9A7D-A126D8E80B7B}" destId="{B3A6A208-A7B6-4D58-9600-9B903438A46E}" srcOrd="2" destOrd="0" parTransId="{E450DBDD-5E2C-4D8C-910F-A2C539F9A36A}" sibTransId="{204C6176-BB34-432B-A7A1-B7B2F1CE7315}"/>
    <dgm:cxn modelId="{A25D9F31-3A53-4D7A-9EE0-6E033BEBC597}" type="presParOf" srcId="{3856F7F9-50AF-4DDA-B1A9-196572AE3B4A}" destId="{15BAC35B-091A-4EA6-969E-C7AAE5A28527}" srcOrd="0" destOrd="0" presId="urn:microsoft.com/office/officeart/2024/layout/NumberedTitleList#2"/>
    <dgm:cxn modelId="{524F0993-195A-477D-AC09-92FA163E0787}" type="presParOf" srcId="{15BAC35B-091A-4EA6-969E-C7AAE5A28527}" destId="{75E87109-E2A8-485C-BD86-ED79810F1EF3}" srcOrd="0" destOrd="0" presId="urn:microsoft.com/office/officeart/2024/layout/NumberedTitleList#2"/>
    <dgm:cxn modelId="{CA3B71BB-D4AB-435B-8CE0-3BF8ED41114F}" type="presParOf" srcId="{15BAC35B-091A-4EA6-969E-C7AAE5A28527}" destId="{91A86946-AD13-4C21-A9E3-DC0A925BE7EB}" srcOrd="1" destOrd="0" presId="urn:microsoft.com/office/officeart/2024/layout/NumberedTitleList#2"/>
    <dgm:cxn modelId="{981D2F44-4684-4A43-A0AE-C0406C8FB56A}" type="presParOf" srcId="{15BAC35B-091A-4EA6-969E-C7AAE5A28527}" destId="{34828DF9-A3C3-44E7-AD66-E0204FC91261}" srcOrd="2" destOrd="0" presId="urn:microsoft.com/office/officeart/2024/layout/NumberedTitleList#2"/>
    <dgm:cxn modelId="{15581BA0-8CD0-4217-BBE5-C12FD8EC8177}" type="presParOf" srcId="{3856F7F9-50AF-4DDA-B1A9-196572AE3B4A}" destId="{E700B687-1A67-49F1-AEA4-F4804E3DD704}" srcOrd="1" destOrd="0" presId="urn:microsoft.com/office/officeart/2024/layout/NumberedTitleList#2"/>
    <dgm:cxn modelId="{731225E6-6FBD-47D9-8A17-E53453856DFC}" type="presParOf" srcId="{3856F7F9-50AF-4DDA-B1A9-196572AE3B4A}" destId="{C130B86B-7ECE-47A3-A303-3B2176D604DE}" srcOrd="2" destOrd="0" presId="urn:microsoft.com/office/officeart/2024/layout/NumberedTitleList#2"/>
    <dgm:cxn modelId="{4EDA48A0-396C-4696-B805-A641FA123287}" type="presParOf" srcId="{C130B86B-7ECE-47A3-A303-3B2176D604DE}" destId="{1294121D-D15C-47CE-AD86-8FFB5B5EB4F5}" srcOrd="0" destOrd="0" presId="urn:microsoft.com/office/officeart/2024/layout/NumberedTitleList#2"/>
    <dgm:cxn modelId="{5D3FDE9A-0133-4E0C-A0BE-9F3AA7E378EB}" type="presParOf" srcId="{C130B86B-7ECE-47A3-A303-3B2176D604DE}" destId="{C3FFBED4-2DAF-4261-8831-8C1DA5E0043E}" srcOrd="1" destOrd="0" presId="urn:microsoft.com/office/officeart/2024/layout/NumberedTitleList#2"/>
    <dgm:cxn modelId="{F1639879-D666-47DD-87AA-0BB833B1235A}" type="presParOf" srcId="{C130B86B-7ECE-47A3-A303-3B2176D604DE}" destId="{D4AB9D5D-AFAB-4972-BF97-4351B4E64C74}" srcOrd="2" destOrd="0" presId="urn:microsoft.com/office/officeart/2024/layout/NumberedTitleList#2"/>
    <dgm:cxn modelId="{05BE430B-C1F4-44E8-B10B-44469EA0C187}" type="presParOf" srcId="{3856F7F9-50AF-4DDA-B1A9-196572AE3B4A}" destId="{BCCFD697-F4D7-425A-9470-CE50F6652F2B}" srcOrd="3" destOrd="0" presId="urn:microsoft.com/office/officeart/2024/layout/NumberedTitleList#2"/>
    <dgm:cxn modelId="{887A8D70-5BDF-4789-B479-55A46FA987B4}" type="presParOf" srcId="{3856F7F9-50AF-4DDA-B1A9-196572AE3B4A}" destId="{70F512B3-C757-4D60-8CFB-387EE86CC0D8}" srcOrd="4" destOrd="0" presId="urn:microsoft.com/office/officeart/2024/layout/NumberedTitleList#2"/>
    <dgm:cxn modelId="{E72D031F-6CF8-4291-9920-748DEB3C57E1}" type="presParOf" srcId="{70F512B3-C757-4D60-8CFB-387EE86CC0D8}" destId="{818F746A-A75E-48E7-9477-37FB9C00CA76}" srcOrd="0" destOrd="0" presId="urn:microsoft.com/office/officeart/2024/layout/NumberedTitleList#2"/>
    <dgm:cxn modelId="{EE311D80-45AB-46F9-A87E-616A3DAA0475}" type="presParOf" srcId="{70F512B3-C757-4D60-8CFB-387EE86CC0D8}" destId="{22C84A10-9B9C-4B83-8AFE-2221C6216FE8}" srcOrd="1" destOrd="0" presId="urn:microsoft.com/office/officeart/2024/layout/NumberedTitleList#2"/>
    <dgm:cxn modelId="{C3E8F1C8-9383-4464-BBF3-0A20D7ADCA4E}" type="presParOf" srcId="{70F512B3-C757-4D60-8CFB-387EE86CC0D8}" destId="{4135A333-88C3-4D2B-BE28-9A8D738F1AE1}" srcOrd="2" destOrd="0" presId="urn:microsoft.com/office/officeart/2024/layout/NumberedTitleList#2"/>
    <dgm:cxn modelId="{1FA6B423-6994-491A-8D40-28E4B571A1FA}" type="presParOf" srcId="{3856F7F9-50AF-4DDA-B1A9-196572AE3B4A}" destId="{B1C93DBD-1FF3-40AD-AF84-A0D909DF6AB9}" srcOrd="5" destOrd="0" presId="urn:microsoft.com/office/officeart/2024/layout/NumberedTitleList#2"/>
    <dgm:cxn modelId="{7EBFEB86-6507-46AE-B607-4D5B5CAB56CF}" type="presParOf" srcId="{3856F7F9-50AF-4DDA-B1A9-196572AE3B4A}" destId="{712489C6-FF70-4EF4-A93C-AE1D1C8214FD}" srcOrd="6" destOrd="0" presId="urn:microsoft.com/office/officeart/2024/layout/NumberedTitleList#2"/>
    <dgm:cxn modelId="{DF813D59-6126-4DF3-A680-DF4538A1286E}" type="presParOf" srcId="{712489C6-FF70-4EF4-A93C-AE1D1C8214FD}" destId="{2FBB097F-BB7C-4419-A80B-967E6D0996F3}" srcOrd="0" destOrd="0" presId="urn:microsoft.com/office/officeart/2024/layout/NumberedTitleList#2"/>
    <dgm:cxn modelId="{425915D2-D10B-4DD7-A0A1-9729968C46A4}" type="presParOf" srcId="{712489C6-FF70-4EF4-A93C-AE1D1C8214FD}" destId="{0D02EA27-320F-4EE1-9F7B-74D296EDB2D2}" srcOrd="1" destOrd="0" presId="urn:microsoft.com/office/officeart/2024/layout/NumberedTitleList#2"/>
    <dgm:cxn modelId="{485CDEC8-1BE6-49DE-A7F4-3E20456E7EC4}" type="presParOf" srcId="{712489C6-FF70-4EF4-A93C-AE1D1C8214FD}" destId="{B3B5C485-3A55-4E02-A3AC-E8DC163F8028}" srcOrd="2" destOrd="0" presId="urn:microsoft.com/office/officeart/2024/layout/NumberedTitleList#2"/>
  </dgm:cxnLst>
  <dgm:bg>
    <a:effectLst>
      <a:outerShdw blurRad="50800" dist="38100" dir="5400000" algn="t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9F63B62-ED60-4F70-A8D6-072E2379848F}" type="doc">
      <dgm:prSet loTypeId="urn:microsoft.com/office/officeart/2005/8/layout/cycle3" loCatId="cycle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4CE3546-EE5B-4280-9F9F-92D59F452028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KNN Processing: Sintering at 1090°C</a:t>
          </a:r>
        </a:p>
      </dgm:t>
    </dgm:pt>
    <dgm:pt modelId="{1FB34890-66C5-4748-A7C7-B350BD6320C2}" type="parTrans" cxnId="{96C2BF50-C351-4D28-85E1-D9C7C0F0B3B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5A7A6C-CFA5-4ED9-A3A0-E1EC3F8C48D9}" type="sibTrans" cxnId="{96C2BF50-C351-4D28-85E1-D9C7C0F0B3B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BC7212-2214-43C8-9C80-F7A4FCABDEB4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Defect Chemistry: Alkali Volatilization</a:t>
          </a:r>
        </a:p>
      </dgm:t>
    </dgm:pt>
    <dgm:pt modelId="{8CC1C785-434A-4912-B532-E5196AEE0064}" type="parTrans" cxnId="{A4FCAF68-5B8F-4161-A01A-8B4F9941F74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53A255-FB56-49C1-9146-ACFF03DE506E}" type="sibTrans" cxnId="{A4FCAF68-5B8F-4161-A01A-8B4F9941F74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75DDFA-F27C-427F-B26A-351E6F7CE7EF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XRD &amp;Microstructure: Porosity &amp; Secondary Phases</a:t>
          </a:r>
        </a:p>
      </dgm:t>
    </dgm:pt>
    <dgm:pt modelId="{7731074E-269B-47F7-88A6-7989874FA0D0}" type="parTrans" cxnId="{DF2FE96F-A772-4049-86E9-19BBF26A5CE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42CBF95-38CD-4B61-B4B1-F353122342B3}" type="sibTrans" cxnId="{DF2FE96F-A772-4049-86E9-19BBF26A5CE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908C588-6D89-4BEB-B84A-3B08876E835B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Dielectric Relaxation &amp; Oxygen Vacancies</a:t>
          </a:r>
        </a:p>
      </dgm:t>
    </dgm:pt>
    <dgm:pt modelId="{48842FE9-E7C9-4CED-945B-8D7BDA5D1614}" type="parTrans" cxnId="{BCA5E582-2B6B-46F0-B73E-0A82BAD66E1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5B3FE4-3E01-4357-8FBF-9353C322B9AB}" type="sibTrans" cxnId="{BCA5E582-2B6B-46F0-B73E-0A82BAD66E1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57A3B1-DF9E-4867-9C58-93DA2A33854E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Piezoelectric Climax: Why 1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wt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% Beats 1.5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wt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%</a:t>
          </a:r>
        </a:p>
      </dgm:t>
    </dgm:pt>
    <dgm:pt modelId="{4A644FD1-3602-4EE8-9BEC-F94AC3D1A2E9}" type="parTrans" cxnId="{0D392F5D-680C-46D4-AFD5-14D254C6DCE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19A7B2-EE7C-47C2-9358-A97C4D89A330}" type="sibTrans" cxnId="{0D392F5D-680C-46D4-AFD5-14D254C6DCE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DEC19B-A86D-4C8B-85B3-214ACD12BC6B}" type="pres">
      <dgm:prSet presAssocID="{E9F63B62-ED60-4F70-A8D6-072E2379848F}" presName="Name0" presStyleCnt="0">
        <dgm:presLayoutVars>
          <dgm:dir/>
          <dgm:resizeHandles val="exact"/>
        </dgm:presLayoutVars>
      </dgm:prSet>
      <dgm:spPr/>
    </dgm:pt>
    <dgm:pt modelId="{8077401E-B39F-4659-8394-FD609BF8E86C}" type="pres">
      <dgm:prSet presAssocID="{E9F63B62-ED60-4F70-A8D6-072E2379848F}" presName="cycle" presStyleCnt="0"/>
      <dgm:spPr/>
    </dgm:pt>
    <dgm:pt modelId="{1C7DF14E-DA89-48F4-9F93-3E5278C05098}" type="pres">
      <dgm:prSet presAssocID="{24CE3546-EE5B-4280-9F9F-92D59F452028}" presName="nodeFirstNode" presStyleLbl="node1" presStyleIdx="0" presStyleCnt="5">
        <dgm:presLayoutVars>
          <dgm:bulletEnabled val="1"/>
        </dgm:presLayoutVars>
      </dgm:prSet>
      <dgm:spPr/>
    </dgm:pt>
    <dgm:pt modelId="{594CC8B9-6A81-4F6E-B660-6125F575C659}" type="pres">
      <dgm:prSet presAssocID="{BC5A7A6C-CFA5-4ED9-A3A0-E1EC3F8C48D9}" presName="sibTransFirstNode" presStyleLbl="bgShp" presStyleIdx="0" presStyleCnt="1"/>
      <dgm:spPr/>
    </dgm:pt>
    <dgm:pt modelId="{515714E9-31E6-4390-B205-95B22E962FAE}" type="pres">
      <dgm:prSet presAssocID="{FBBC7212-2214-43C8-9C80-F7A4FCABDEB4}" presName="nodeFollowingNodes" presStyleLbl="node1" presStyleIdx="1" presStyleCnt="5">
        <dgm:presLayoutVars>
          <dgm:bulletEnabled val="1"/>
        </dgm:presLayoutVars>
      </dgm:prSet>
      <dgm:spPr/>
    </dgm:pt>
    <dgm:pt modelId="{7F5810B9-1C0F-41BD-9BA7-6A5278E7A336}" type="pres">
      <dgm:prSet presAssocID="{8B75DDFA-F27C-427F-B26A-351E6F7CE7EF}" presName="nodeFollowingNodes" presStyleLbl="node1" presStyleIdx="2" presStyleCnt="5">
        <dgm:presLayoutVars>
          <dgm:bulletEnabled val="1"/>
        </dgm:presLayoutVars>
      </dgm:prSet>
      <dgm:spPr/>
    </dgm:pt>
    <dgm:pt modelId="{55EE9DE0-0AE0-40D8-9257-B5E158A6BE2F}" type="pres">
      <dgm:prSet presAssocID="{C908C588-6D89-4BEB-B84A-3B08876E835B}" presName="nodeFollowingNodes" presStyleLbl="node1" presStyleIdx="3" presStyleCnt="5">
        <dgm:presLayoutVars>
          <dgm:bulletEnabled val="1"/>
        </dgm:presLayoutVars>
      </dgm:prSet>
      <dgm:spPr/>
    </dgm:pt>
    <dgm:pt modelId="{5F3F5D5C-C9C2-434B-8A1B-A5E8723978BA}" type="pres">
      <dgm:prSet presAssocID="{8E57A3B1-DF9E-4867-9C58-93DA2A33854E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0D392F5D-680C-46D4-AFD5-14D254C6DCEB}" srcId="{E9F63B62-ED60-4F70-A8D6-072E2379848F}" destId="{8E57A3B1-DF9E-4867-9C58-93DA2A33854E}" srcOrd="4" destOrd="0" parTransId="{4A644FD1-3602-4EE8-9BEC-F94AC3D1A2E9}" sibTransId="{7119A7B2-EE7C-47C2-9358-A97C4D89A330}"/>
    <dgm:cxn modelId="{C12F0043-446A-4A61-9DB6-16ECFE2AC9E7}" type="presOf" srcId="{BC5A7A6C-CFA5-4ED9-A3A0-E1EC3F8C48D9}" destId="{594CC8B9-6A81-4F6E-B660-6125F575C659}" srcOrd="0" destOrd="0" presId="urn:microsoft.com/office/officeart/2005/8/layout/cycle3"/>
    <dgm:cxn modelId="{A4FCAF68-5B8F-4161-A01A-8B4F9941F74E}" srcId="{E9F63B62-ED60-4F70-A8D6-072E2379848F}" destId="{FBBC7212-2214-43C8-9C80-F7A4FCABDEB4}" srcOrd="1" destOrd="0" parTransId="{8CC1C785-434A-4912-B532-E5196AEE0064}" sibTransId="{8153A255-FB56-49C1-9146-ACFF03DE506E}"/>
    <dgm:cxn modelId="{3D1DD36A-9626-45A7-BC78-ABC2539C1E36}" type="presOf" srcId="{C908C588-6D89-4BEB-B84A-3B08876E835B}" destId="{55EE9DE0-0AE0-40D8-9257-B5E158A6BE2F}" srcOrd="0" destOrd="0" presId="urn:microsoft.com/office/officeart/2005/8/layout/cycle3"/>
    <dgm:cxn modelId="{DF2FE96F-A772-4049-86E9-19BBF26A5CEE}" srcId="{E9F63B62-ED60-4F70-A8D6-072E2379848F}" destId="{8B75DDFA-F27C-427F-B26A-351E6F7CE7EF}" srcOrd="2" destOrd="0" parTransId="{7731074E-269B-47F7-88A6-7989874FA0D0}" sibTransId="{142CBF95-38CD-4B61-B4B1-F353122342B3}"/>
    <dgm:cxn modelId="{96C2BF50-C351-4D28-85E1-D9C7C0F0B3B4}" srcId="{E9F63B62-ED60-4F70-A8D6-072E2379848F}" destId="{24CE3546-EE5B-4280-9F9F-92D59F452028}" srcOrd="0" destOrd="0" parTransId="{1FB34890-66C5-4748-A7C7-B350BD6320C2}" sibTransId="{BC5A7A6C-CFA5-4ED9-A3A0-E1EC3F8C48D9}"/>
    <dgm:cxn modelId="{A192D457-9761-40B8-8593-ED7EF2DE194A}" type="presOf" srcId="{24CE3546-EE5B-4280-9F9F-92D59F452028}" destId="{1C7DF14E-DA89-48F4-9F93-3E5278C05098}" srcOrd="0" destOrd="0" presId="urn:microsoft.com/office/officeart/2005/8/layout/cycle3"/>
    <dgm:cxn modelId="{BCA5E582-2B6B-46F0-B73E-0A82BAD66E13}" srcId="{E9F63B62-ED60-4F70-A8D6-072E2379848F}" destId="{C908C588-6D89-4BEB-B84A-3B08876E835B}" srcOrd="3" destOrd="0" parTransId="{48842FE9-E7C9-4CED-945B-8D7BDA5D1614}" sibTransId="{EF5B3FE4-3E01-4357-8FBF-9353C322B9AB}"/>
    <dgm:cxn modelId="{A0ADDFDC-F3A2-4F63-B663-FF29762EC076}" type="presOf" srcId="{FBBC7212-2214-43C8-9C80-F7A4FCABDEB4}" destId="{515714E9-31E6-4390-B205-95B22E962FAE}" srcOrd="0" destOrd="0" presId="urn:microsoft.com/office/officeart/2005/8/layout/cycle3"/>
    <dgm:cxn modelId="{F1BA86E5-D402-41E9-A0DE-B8BFA1E89B98}" type="presOf" srcId="{8E57A3B1-DF9E-4867-9C58-93DA2A33854E}" destId="{5F3F5D5C-C9C2-434B-8A1B-A5E8723978BA}" srcOrd="0" destOrd="0" presId="urn:microsoft.com/office/officeart/2005/8/layout/cycle3"/>
    <dgm:cxn modelId="{925C71E9-2CD3-4413-A88B-9C9CEFCC91A8}" type="presOf" srcId="{E9F63B62-ED60-4F70-A8D6-072E2379848F}" destId="{10DEC19B-A86D-4C8B-85B3-214ACD12BC6B}" srcOrd="0" destOrd="0" presId="urn:microsoft.com/office/officeart/2005/8/layout/cycle3"/>
    <dgm:cxn modelId="{130EB6ED-7968-4686-AF67-45F03476E395}" type="presOf" srcId="{8B75DDFA-F27C-427F-B26A-351E6F7CE7EF}" destId="{7F5810B9-1C0F-41BD-9BA7-6A5278E7A336}" srcOrd="0" destOrd="0" presId="urn:microsoft.com/office/officeart/2005/8/layout/cycle3"/>
    <dgm:cxn modelId="{2956D50C-E64F-41D6-BBA9-5CA0D97FEFA8}" type="presParOf" srcId="{10DEC19B-A86D-4C8B-85B3-214ACD12BC6B}" destId="{8077401E-B39F-4659-8394-FD609BF8E86C}" srcOrd="0" destOrd="0" presId="urn:microsoft.com/office/officeart/2005/8/layout/cycle3"/>
    <dgm:cxn modelId="{97F0A464-CE58-4FF3-9B12-0172239E509B}" type="presParOf" srcId="{8077401E-B39F-4659-8394-FD609BF8E86C}" destId="{1C7DF14E-DA89-48F4-9F93-3E5278C05098}" srcOrd="0" destOrd="0" presId="urn:microsoft.com/office/officeart/2005/8/layout/cycle3"/>
    <dgm:cxn modelId="{00A53828-64A5-4CB8-8896-F17E6F45D147}" type="presParOf" srcId="{8077401E-B39F-4659-8394-FD609BF8E86C}" destId="{594CC8B9-6A81-4F6E-B660-6125F575C659}" srcOrd="1" destOrd="0" presId="urn:microsoft.com/office/officeart/2005/8/layout/cycle3"/>
    <dgm:cxn modelId="{9EC32822-67A0-4E36-ABD9-5BF05C277202}" type="presParOf" srcId="{8077401E-B39F-4659-8394-FD609BF8E86C}" destId="{515714E9-31E6-4390-B205-95B22E962FAE}" srcOrd="2" destOrd="0" presId="urn:microsoft.com/office/officeart/2005/8/layout/cycle3"/>
    <dgm:cxn modelId="{7CD220C6-DB4E-4E34-8A69-1FAC0E0D66EA}" type="presParOf" srcId="{8077401E-B39F-4659-8394-FD609BF8E86C}" destId="{7F5810B9-1C0F-41BD-9BA7-6A5278E7A336}" srcOrd="3" destOrd="0" presId="urn:microsoft.com/office/officeart/2005/8/layout/cycle3"/>
    <dgm:cxn modelId="{6030F314-298C-4132-B697-E7EF9EC229AE}" type="presParOf" srcId="{8077401E-B39F-4659-8394-FD609BF8E86C}" destId="{55EE9DE0-0AE0-40D8-9257-B5E158A6BE2F}" srcOrd="4" destOrd="0" presId="urn:microsoft.com/office/officeart/2005/8/layout/cycle3"/>
    <dgm:cxn modelId="{55E50C9C-818F-4903-8D08-B31E6D937A4D}" type="presParOf" srcId="{8077401E-B39F-4659-8394-FD609BF8E86C}" destId="{5F3F5D5C-C9C2-434B-8A1B-A5E8723978BA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FD0E380-FA0A-4861-BDEC-B0F51B6F22A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4893458-82E3-4061-9BB9-ACAD862B3E2B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High Crystallinity is confirmed by sharp, intense diffraction peaks.</a:t>
          </a:r>
        </a:p>
      </dgm:t>
    </dgm:pt>
    <dgm:pt modelId="{8988F61A-6A1A-4BA1-97A3-011280A69760}" type="parTrans" cxnId="{6B13AAA7-43A9-46C0-BEC4-27BD1207E94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F39041-0FA1-44E5-B739-A483CD0666E2}" type="sibTrans" cxnId="{6B13AAA7-43A9-46C0-BEC4-27BD1207E94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BF6899-F757-46A7-9D53-2EBCFD47943A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Primary Phase: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KNN (K</a:t>
          </a:r>
          <a:r>
            <a: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0.5</a:t>
          </a:r>
          <a:r>
            <a:rPr lang="en-US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Na</a:t>
          </a:r>
          <a:r>
            <a: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0.5</a:t>
          </a:r>
          <a:r>
            <a:rPr lang="en-US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NbO</a:t>
          </a:r>
          <a:r>
            <a: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CCDFC3-553D-4C80-9651-89C0B1F61D42}" type="parTrans" cxnId="{350FBD5B-230F-4EC2-8AD8-3EE5FC86ADC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A5AA0D-A474-426B-80F0-141905FF64BE}" type="sibTrans" cxnId="{350FBD5B-230F-4EC2-8AD8-3EE5FC86ADC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36237E-273F-4489-A27B-F20DBD3B94B1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Space Group: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Amm2 (Ref: JCPDS 01-085-7128).</a:t>
          </a:r>
        </a:p>
      </dgm:t>
    </dgm:pt>
    <dgm:pt modelId="{BC143662-6FF5-44E6-B831-B160CD76A5F5}" type="parTrans" cxnId="{6907F55E-1775-4359-9129-97D917B1F2B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23BAEA-BB03-4607-A965-658CEEB9DFF9}" type="sibTrans" cxnId="{6907F55E-1775-4359-9129-97D917B1F2B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F12F79-585B-443C-8889-F779082D57F9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Secondary Phase: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Trace Potassium Niobium Oxide (K</a:t>
          </a:r>
          <a:r>
            <a: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6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Nb</a:t>
          </a:r>
          <a:r>
            <a: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10.8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</a:t>
          </a:r>
          <a:r>
            <a: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30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).</a:t>
          </a:r>
        </a:p>
      </dgm:t>
    </dgm:pt>
    <dgm:pt modelId="{98693F12-9D0B-420A-9C86-7BE785049F03}" type="parTrans" cxnId="{139262A7-2495-4F85-A3AB-EE83C16EFB0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76FDD9-99B5-434F-959A-93660DD11B22}" type="sibTrans" cxnId="{139262A7-2495-4F85-A3AB-EE83C16EFB0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B8C2FA-C05D-462F-BC36-D5ACF18AE917}">
      <dgm:prSet/>
      <dgm:spPr/>
      <dgm:t>
        <a:bodyPr/>
        <a:lstStyle/>
        <a:p>
          <a:pPr>
            <a:buNone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Secondary Symmetry: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Tetragonal (Ref: JCPDS 01-070-5051).</a:t>
          </a:r>
        </a:p>
      </dgm:t>
    </dgm:pt>
    <dgm:pt modelId="{79687FB5-C823-4A28-BA2C-52547E74116A}" type="parTrans" cxnId="{04385344-AB36-48B1-805C-E00A532E257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774EE0-7992-437F-AE65-1E619C90308B}" type="sibTrans" cxnId="{04385344-AB36-48B1-805C-E00A532E257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649D4F-8BE9-404E-9995-2EE078EE7837}" type="pres">
      <dgm:prSet presAssocID="{BFD0E380-FA0A-4861-BDEC-B0F51B6F22A2}" presName="linear" presStyleCnt="0">
        <dgm:presLayoutVars>
          <dgm:animLvl val="lvl"/>
          <dgm:resizeHandles val="exact"/>
        </dgm:presLayoutVars>
      </dgm:prSet>
      <dgm:spPr/>
    </dgm:pt>
    <dgm:pt modelId="{8ACF43EE-D18F-4CC4-8E54-5DFD623F492D}" type="pres">
      <dgm:prSet presAssocID="{34893458-82E3-4061-9BB9-ACAD862B3E2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A709B8F-A115-4432-A4F8-E2FE213052A4}" type="pres">
      <dgm:prSet presAssocID="{1FF39041-0FA1-44E5-B739-A483CD0666E2}" presName="spacer" presStyleCnt="0"/>
      <dgm:spPr/>
    </dgm:pt>
    <dgm:pt modelId="{13C8AD85-7320-4A4D-A14F-76CCEA6F3AB2}" type="pres">
      <dgm:prSet presAssocID="{5BBF6899-F757-46A7-9D53-2EBCFD47943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1E50AF9-E53F-4B12-81B7-59C4F394263B}" type="pres">
      <dgm:prSet presAssocID="{9CA5AA0D-A474-426B-80F0-141905FF64BE}" presName="spacer" presStyleCnt="0"/>
      <dgm:spPr/>
    </dgm:pt>
    <dgm:pt modelId="{ABAF667D-E238-4202-9DBB-106329DD3E3D}" type="pres">
      <dgm:prSet presAssocID="{EF36237E-273F-4489-A27B-F20DBD3B94B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05104AB-B68C-479E-943E-DB942F11897C}" type="pres">
      <dgm:prSet presAssocID="{0823BAEA-BB03-4607-A965-658CEEB9DFF9}" presName="spacer" presStyleCnt="0"/>
      <dgm:spPr/>
    </dgm:pt>
    <dgm:pt modelId="{88D8A097-7DF3-4CC0-AD7D-578D3644FAD8}" type="pres">
      <dgm:prSet presAssocID="{9EF12F79-585B-443C-8889-F779082D57F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76B327D-CC25-4583-A37F-95DF9857CDFB}" type="pres">
      <dgm:prSet presAssocID="{2B76FDD9-99B5-434F-959A-93660DD11B22}" presName="spacer" presStyleCnt="0"/>
      <dgm:spPr/>
    </dgm:pt>
    <dgm:pt modelId="{DE076E4B-7016-4CA4-B500-BC4D06307326}" type="pres">
      <dgm:prSet presAssocID="{72B8C2FA-C05D-462F-BC36-D5ACF18AE91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9D53928-2DDB-4A3F-A590-4D710110DD72}" type="presOf" srcId="{9EF12F79-585B-443C-8889-F779082D57F9}" destId="{88D8A097-7DF3-4CC0-AD7D-578D3644FAD8}" srcOrd="0" destOrd="0" presId="urn:microsoft.com/office/officeart/2005/8/layout/vList2"/>
    <dgm:cxn modelId="{350FBD5B-230F-4EC2-8AD8-3EE5FC86ADC5}" srcId="{BFD0E380-FA0A-4861-BDEC-B0F51B6F22A2}" destId="{5BBF6899-F757-46A7-9D53-2EBCFD47943A}" srcOrd="1" destOrd="0" parTransId="{18CCDFC3-553D-4C80-9651-89C0B1F61D42}" sibTransId="{9CA5AA0D-A474-426B-80F0-141905FF64BE}"/>
    <dgm:cxn modelId="{6907F55E-1775-4359-9129-97D917B1F2BD}" srcId="{BFD0E380-FA0A-4861-BDEC-B0F51B6F22A2}" destId="{EF36237E-273F-4489-A27B-F20DBD3B94B1}" srcOrd="2" destOrd="0" parTransId="{BC143662-6FF5-44E6-B831-B160CD76A5F5}" sibTransId="{0823BAEA-BB03-4607-A965-658CEEB9DFF9}"/>
    <dgm:cxn modelId="{04385344-AB36-48B1-805C-E00A532E2576}" srcId="{BFD0E380-FA0A-4861-BDEC-B0F51B6F22A2}" destId="{72B8C2FA-C05D-462F-BC36-D5ACF18AE917}" srcOrd="4" destOrd="0" parTransId="{79687FB5-C823-4A28-BA2C-52547E74116A}" sibTransId="{82774EE0-7992-437F-AE65-1E619C90308B}"/>
    <dgm:cxn modelId="{B0E7844F-ECF1-4E7F-A55B-B670A91E66C0}" type="presOf" srcId="{5BBF6899-F757-46A7-9D53-2EBCFD47943A}" destId="{13C8AD85-7320-4A4D-A14F-76CCEA6F3AB2}" srcOrd="0" destOrd="0" presId="urn:microsoft.com/office/officeart/2005/8/layout/vList2"/>
    <dgm:cxn modelId="{BA4A607C-42FC-470C-86D6-545C92DBF74D}" type="presOf" srcId="{72B8C2FA-C05D-462F-BC36-D5ACF18AE917}" destId="{DE076E4B-7016-4CA4-B500-BC4D06307326}" srcOrd="0" destOrd="0" presId="urn:microsoft.com/office/officeart/2005/8/layout/vList2"/>
    <dgm:cxn modelId="{FFB14C7F-0248-4FD0-A25E-F56A87C14058}" type="presOf" srcId="{EF36237E-273F-4489-A27B-F20DBD3B94B1}" destId="{ABAF667D-E238-4202-9DBB-106329DD3E3D}" srcOrd="0" destOrd="0" presId="urn:microsoft.com/office/officeart/2005/8/layout/vList2"/>
    <dgm:cxn modelId="{122FAE87-3AA7-4542-9FB0-3CA5C31DFFA5}" type="presOf" srcId="{34893458-82E3-4061-9BB9-ACAD862B3E2B}" destId="{8ACF43EE-D18F-4CC4-8E54-5DFD623F492D}" srcOrd="0" destOrd="0" presId="urn:microsoft.com/office/officeart/2005/8/layout/vList2"/>
    <dgm:cxn modelId="{17E3598F-9BD9-49B6-A19A-967DEA747319}" type="presOf" srcId="{BFD0E380-FA0A-4861-BDEC-B0F51B6F22A2}" destId="{CC649D4F-8BE9-404E-9995-2EE078EE7837}" srcOrd="0" destOrd="0" presId="urn:microsoft.com/office/officeart/2005/8/layout/vList2"/>
    <dgm:cxn modelId="{139262A7-2495-4F85-A3AB-EE83C16EFB03}" srcId="{BFD0E380-FA0A-4861-BDEC-B0F51B6F22A2}" destId="{9EF12F79-585B-443C-8889-F779082D57F9}" srcOrd="3" destOrd="0" parTransId="{98693F12-9D0B-420A-9C86-7BE785049F03}" sibTransId="{2B76FDD9-99B5-434F-959A-93660DD11B22}"/>
    <dgm:cxn modelId="{6B13AAA7-43A9-46C0-BEC4-27BD1207E942}" srcId="{BFD0E380-FA0A-4861-BDEC-B0F51B6F22A2}" destId="{34893458-82E3-4061-9BB9-ACAD862B3E2B}" srcOrd="0" destOrd="0" parTransId="{8988F61A-6A1A-4BA1-97A3-011280A69760}" sibTransId="{1FF39041-0FA1-44E5-B739-A483CD0666E2}"/>
    <dgm:cxn modelId="{109428AF-BD1D-4D24-A877-AF48F03302F7}" type="presParOf" srcId="{CC649D4F-8BE9-404E-9995-2EE078EE7837}" destId="{8ACF43EE-D18F-4CC4-8E54-5DFD623F492D}" srcOrd="0" destOrd="0" presId="urn:microsoft.com/office/officeart/2005/8/layout/vList2"/>
    <dgm:cxn modelId="{9D44E278-E400-4120-9DCE-5699A8C31768}" type="presParOf" srcId="{CC649D4F-8BE9-404E-9995-2EE078EE7837}" destId="{EA709B8F-A115-4432-A4F8-E2FE213052A4}" srcOrd="1" destOrd="0" presId="urn:microsoft.com/office/officeart/2005/8/layout/vList2"/>
    <dgm:cxn modelId="{AD96A4C4-1BB0-4BF7-BAAB-EC7A72148184}" type="presParOf" srcId="{CC649D4F-8BE9-404E-9995-2EE078EE7837}" destId="{13C8AD85-7320-4A4D-A14F-76CCEA6F3AB2}" srcOrd="2" destOrd="0" presId="urn:microsoft.com/office/officeart/2005/8/layout/vList2"/>
    <dgm:cxn modelId="{E77252F6-2234-49E7-BC14-1F84CFC2EB20}" type="presParOf" srcId="{CC649D4F-8BE9-404E-9995-2EE078EE7837}" destId="{C1E50AF9-E53F-4B12-81B7-59C4F394263B}" srcOrd="3" destOrd="0" presId="urn:microsoft.com/office/officeart/2005/8/layout/vList2"/>
    <dgm:cxn modelId="{2187B662-3C99-44B4-9619-3AC5DE5996D1}" type="presParOf" srcId="{CC649D4F-8BE9-404E-9995-2EE078EE7837}" destId="{ABAF667D-E238-4202-9DBB-106329DD3E3D}" srcOrd="4" destOrd="0" presId="urn:microsoft.com/office/officeart/2005/8/layout/vList2"/>
    <dgm:cxn modelId="{846B4703-B1BD-452B-9720-00ABB56FF3BF}" type="presParOf" srcId="{CC649D4F-8BE9-404E-9995-2EE078EE7837}" destId="{B05104AB-B68C-479E-943E-DB942F11897C}" srcOrd="5" destOrd="0" presId="urn:microsoft.com/office/officeart/2005/8/layout/vList2"/>
    <dgm:cxn modelId="{A80C0A9E-BFCA-4032-AE88-6282F9EA0D57}" type="presParOf" srcId="{CC649D4F-8BE9-404E-9995-2EE078EE7837}" destId="{88D8A097-7DF3-4CC0-AD7D-578D3644FAD8}" srcOrd="6" destOrd="0" presId="urn:microsoft.com/office/officeart/2005/8/layout/vList2"/>
    <dgm:cxn modelId="{F292D855-0906-4534-94F8-EEE9437C0B6F}" type="presParOf" srcId="{CC649D4F-8BE9-404E-9995-2EE078EE7837}" destId="{176B327D-CC25-4583-A37F-95DF9857CDFB}" srcOrd="7" destOrd="0" presId="urn:microsoft.com/office/officeart/2005/8/layout/vList2"/>
    <dgm:cxn modelId="{672E5D21-86CD-4647-A713-D25CB13C4885}" type="presParOf" srcId="{CC649D4F-8BE9-404E-9995-2EE078EE7837}" destId="{DE076E4B-7016-4CA4-B500-BC4D0630732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FD0E380-FA0A-4861-BDEC-B0F51B6F22A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4893458-82E3-4061-9BB9-ACAD862B3E2B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Diffraction pattern confirms three distinct phases in the pure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BCHfT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ceramic.</a:t>
          </a:r>
        </a:p>
      </dgm:t>
    </dgm:pt>
    <dgm:pt modelId="{8988F61A-6A1A-4BA1-97A3-011280A69760}" type="parTrans" cxnId="{6B13AAA7-43A9-46C0-BEC4-27BD1207E94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F39041-0FA1-44E5-B739-A483CD0666E2}" type="sibTrans" cxnId="{6B13AAA7-43A9-46C0-BEC4-27BD1207E94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BF6899-F757-46A7-9D53-2EBCFD47943A}">
      <dgm:prSet phldrT="[Text]"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BaTiO</a:t>
          </a:r>
          <a:r>
            <a: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 Phase: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Hexagonal structure (Ref: JCPDS 00-013-0379).</a:t>
          </a:r>
        </a:p>
      </dgm:t>
    </dgm:pt>
    <dgm:pt modelId="{18CCDFC3-553D-4C80-9651-89C0B1F61D42}" type="parTrans" cxnId="{350FBD5B-230F-4EC2-8AD8-3EE5FC86ADC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A5AA0D-A474-426B-80F0-141905FF64BE}" type="sibTrans" cxnId="{350FBD5B-230F-4EC2-8AD8-3EE5FC86ADC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36237E-273F-4489-A27B-F20DBD3B94B1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CaTiO</a:t>
          </a:r>
          <a:r>
            <a: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 Phase: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Orthorhombic perovskite, Space Group: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Pbnm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(Ref: JCPDS 01-070-8503).</a:t>
          </a:r>
        </a:p>
      </dgm:t>
    </dgm:pt>
    <dgm:pt modelId="{BC143662-6FF5-44E6-B831-B160CD76A5F5}" type="parTrans" cxnId="{6907F55E-1775-4359-9129-97D917B1F2B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23BAEA-BB03-4607-A965-658CEEB9DFF9}" type="sibTrans" cxnId="{6907F55E-1775-4359-9129-97D917B1F2B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F12F79-585B-443C-8889-F779082D57F9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HfTiO</a:t>
          </a:r>
          <a:r>
            <a: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 Phase: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Hexagonal structure, Space Group: P6/mmm (Ref: JCPDS 00-034-0884).</a:t>
          </a:r>
        </a:p>
      </dgm:t>
    </dgm:pt>
    <dgm:pt modelId="{98693F12-9D0B-420A-9C86-7BE785049F03}" type="parTrans" cxnId="{139262A7-2495-4F85-A3AB-EE83C16EFB0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76FDD9-99B5-434F-959A-93660DD11B22}" type="sibTrans" cxnId="{139262A7-2495-4F85-A3AB-EE83C16EFB0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649D4F-8BE9-404E-9995-2EE078EE7837}" type="pres">
      <dgm:prSet presAssocID="{BFD0E380-FA0A-4861-BDEC-B0F51B6F22A2}" presName="linear" presStyleCnt="0">
        <dgm:presLayoutVars>
          <dgm:animLvl val="lvl"/>
          <dgm:resizeHandles val="exact"/>
        </dgm:presLayoutVars>
      </dgm:prSet>
      <dgm:spPr/>
    </dgm:pt>
    <dgm:pt modelId="{8ACF43EE-D18F-4CC4-8E54-5DFD623F492D}" type="pres">
      <dgm:prSet presAssocID="{34893458-82E3-4061-9BB9-ACAD862B3E2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709B8F-A115-4432-A4F8-E2FE213052A4}" type="pres">
      <dgm:prSet presAssocID="{1FF39041-0FA1-44E5-B739-A483CD0666E2}" presName="spacer" presStyleCnt="0"/>
      <dgm:spPr/>
    </dgm:pt>
    <dgm:pt modelId="{13C8AD85-7320-4A4D-A14F-76CCEA6F3AB2}" type="pres">
      <dgm:prSet presAssocID="{5BBF6899-F757-46A7-9D53-2EBCFD47943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1E50AF9-E53F-4B12-81B7-59C4F394263B}" type="pres">
      <dgm:prSet presAssocID="{9CA5AA0D-A474-426B-80F0-141905FF64BE}" presName="spacer" presStyleCnt="0"/>
      <dgm:spPr/>
    </dgm:pt>
    <dgm:pt modelId="{ABAF667D-E238-4202-9DBB-106329DD3E3D}" type="pres">
      <dgm:prSet presAssocID="{EF36237E-273F-4489-A27B-F20DBD3B94B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5104AB-B68C-479E-943E-DB942F11897C}" type="pres">
      <dgm:prSet presAssocID="{0823BAEA-BB03-4607-A965-658CEEB9DFF9}" presName="spacer" presStyleCnt="0"/>
      <dgm:spPr/>
    </dgm:pt>
    <dgm:pt modelId="{88D8A097-7DF3-4CC0-AD7D-578D3644FAD8}" type="pres">
      <dgm:prSet presAssocID="{9EF12F79-585B-443C-8889-F779082D57F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9D53928-2DDB-4A3F-A590-4D710110DD72}" type="presOf" srcId="{9EF12F79-585B-443C-8889-F779082D57F9}" destId="{88D8A097-7DF3-4CC0-AD7D-578D3644FAD8}" srcOrd="0" destOrd="0" presId="urn:microsoft.com/office/officeart/2005/8/layout/vList2"/>
    <dgm:cxn modelId="{350FBD5B-230F-4EC2-8AD8-3EE5FC86ADC5}" srcId="{BFD0E380-FA0A-4861-BDEC-B0F51B6F22A2}" destId="{5BBF6899-F757-46A7-9D53-2EBCFD47943A}" srcOrd="1" destOrd="0" parTransId="{18CCDFC3-553D-4C80-9651-89C0B1F61D42}" sibTransId="{9CA5AA0D-A474-426B-80F0-141905FF64BE}"/>
    <dgm:cxn modelId="{6907F55E-1775-4359-9129-97D917B1F2BD}" srcId="{BFD0E380-FA0A-4861-BDEC-B0F51B6F22A2}" destId="{EF36237E-273F-4489-A27B-F20DBD3B94B1}" srcOrd="2" destOrd="0" parTransId="{BC143662-6FF5-44E6-B831-B160CD76A5F5}" sibTransId="{0823BAEA-BB03-4607-A965-658CEEB9DFF9}"/>
    <dgm:cxn modelId="{B0E7844F-ECF1-4E7F-A55B-B670A91E66C0}" type="presOf" srcId="{5BBF6899-F757-46A7-9D53-2EBCFD47943A}" destId="{13C8AD85-7320-4A4D-A14F-76CCEA6F3AB2}" srcOrd="0" destOrd="0" presId="urn:microsoft.com/office/officeart/2005/8/layout/vList2"/>
    <dgm:cxn modelId="{FFB14C7F-0248-4FD0-A25E-F56A87C14058}" type="presOf" srcId="{EF36237E-273F-4489-A27B-F20DBD3B94B1}" destId="{ABAF667D-E238-4202-9DBB-106329DD3E3D}" srcOrd="0" destOrd="0" presId="urn:microsoft.com/office/officeart/2005/8/layout/vList2"/>
    <dgm:cxn modelId="{122FAE87-3AA7-4542-9FB0-3CA5C31DFFA5}" type="presOf" srcId="{34893458-82E3-4061-9BB9-ACAD862B3E2B}" destId="{8ACF43EE-D18F-4CC4-8E54-5DFD623F492D}" srcOrd="0" destOrd="0" presId="urn:microsoft.com/office/officeart/2005/8/layout/vList2"/>
    <dgm:cxn modelId="{17E3598F-9BD9-49B6-A19A-967DEA747319}" type="presOf" srcId="{BFD0E380-FA0A-4861-BDEC-B0F51B6F22A2}" destId="{CC649D4F-8BE9-404E-9995-2EE078EE7837}" srcOrd="0" destOrd="0" presId="urn:microsoft.com/office/officeart/2005/8/layout/vList2"/>
    <dgm:cxn modelId="{139262A7-2495-4F85-A3AB-EE83C16EFB03}" srcId="{BFD0E380-FA0A-4861-BDEC-B0F51B6F22A2}" destId="{9EF12F79-585B-443C-8889-F779082D57F9}" srcOrd="3" destOrd="0" parTransId="{98693F12-9D0B-420A-9C86-7BE785049F03}" sibTransId="{2B76FDD9-99B5-434F-959A-93660DD11B22}"/>
    <dgm:cxn modelId="{6B13AAA7-43A9-46C0-BEC4-27BD1207E942}" srcId="{BFD0E380-FA0A-4861-BDEC-B0F51B6F22A2}" destId="{34893458-82E3-4061-9BB9-ACAD862B3E2B}" srcOrd="0" destOrd="0" parTransId="{8988F61A-6A1A-4BA1-97A3-011280A69760}" sibTransId="{1FF39041-0FA1-44E5-B739-A483CD0666E2}"/>
    <dgm:cxn modelId="{109428AF-BD1D-4D24-A877-AF48F03302F7}" type="presParOf" srcId="{CC649D4F-8BE9-404E-9995-2EE078EE7837}" destId="{8ACF43EE-D18F-4CC4-8E54-5DFD623F492D}" srcOrd="0" destOrd="0" presId="urn:microsoft.com/office/officeart/2005/8/layout/vList2"/>
    <dgm:cxn modelId="{9D44E278-E400-4120-9DCE-5699A8C31768}" type="presParOf" srcId="{CC649D4F-8BE9-404E-9995-2EE078EE7837}" destId="{EA709B8F-A115-4432-A4F8-E2FE213052A4}" srcOrd="1" destOrd="0" presId="urn:microsoft.com/office/officeart/2005/8/layout/vList2"/>
    <dgm:cxn modelId="{AD96A4C4-1BB0-4BF7-BAAB-EC7A72148184}" type="presParOf" srcId="{CC649D4F-8BE9-404E-9995-2EE078EE7837}" destId="{13C8AD85-7320-4A4D-A14F-76CCEA6F3AB2}" srcOrd="2" destOrd="0" presId="urn:microsoft.com/office/officeart/2005/8/layout/vList2"/>
    <dgm:cxn modelId="{E77252F6-2234-49E7-BC14-1F84CFC2EB20}" type="presParOf" srcId="{CC649D4F-8BE9-404E-9995-2EE078EE7837}" destId="{C1E50AF9-E53F-4B12-81B7-59C4F394263B}" srcOrd="3" destOrd="0" presId="urn:microsoft.com/office/officeart/2005/8/layout/vList2"/>
    <dgm:cxn modelId="{2187B662-3C99-44B4-9619-3AC5DE5996D1}" type="presParOf" srcId="{CC649D4F-8BE9-404E-9995-2EE078EE7837}" destId="{ABAF667D-E238-4202-9DBB-106329DD3E3D}" srcOrd="4" destOrd="0" presId="urn:microsoft.com/office/officeart/2005/8/layout/vList2"/>
    <dgm:cxn modelId="{846B4703-B1BD-452B-9720-00ABB56FF3BF}" type="presParOf" srcId="{CC649D4F-8BE9-404E-9995-2EE078EE7837}" destId="{B05104AB-B68C-479E-943E-DB942F11897C}" srcOrd="5" destOrd="0" presId="urn:microsoft.com/office/officeart/2005/8/layout/vList2"/>
    <dgm:cxn modelId="{A80C0A9E-BFCA-4032-AE88-6282F9EA0D57}" type="presParOf" srcId="{CC649D4F-8BE9-404E-9995-2EE078EE7837}" destId="{88D8A097-7DF3-4CC0-AD7D-578D3644FA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76774B7-850E-4B3B-8411-EEA2978C7800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8ACAC857-D33E-43A1-8381-C98883C986C9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Apparent activation energy increases with measuring frequency, suggesting that high-frequency dielectric response requires a higher energy barrier for charge-carrier hopping.</a:t>
          </a:r>
        </a:p>
      </dgm:t>
    </dgm:pt>
    <dgm:pt modelId="{A3428F1B-DC66-496C-8849-763240B905D5}" type="parTrans" cxnId="{D5E1D8D2-819D-440B-A21F-A13A5998554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DAA417-DBE9-4F17-9C9C-86F36A5BB5CA}" type="sibTrans" cxnId="{D5E1D8D2-819D-440B-A21F-A13A5998554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1FF49B1-CBA9-4169-87FB-1B66E65929CA}">
      <dgm:prSet phldrT="[Text]"/>
      <dgm:spPr>
        <a:solidFill>
          <a:srgbClr val="FFC000"/>
        </a:solidFill>
      </dgm:spPr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defect I worried about at the start, is the same defect that controlling conduction at the end.</a:t>
          </a:r>
        </a:p>
      </dgm:t>
    </dgm:pt>
    <dgm:pt modelId="{B09022A0-7B5A-42F8-A105-BB7F0CDE0F68}" type="parTrans" cxnId="{DCE909F2-599A-41B5-8626-25EE3AC4575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3D5A5C-E6EC-47B1-8BF9-C02CCD78E454}" type="sibTrans" cxnId="{DCE909F2-599A-41B5-8626-25EE3AC4575D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3F5C1B-A6D7-46FC-99AE-4D4EB1421B23}" type="pres">
      <dgm:prSet presAssocID="{676774B7-850E-4B3B-8411-EEA2978C7800}" presName="linear" presStyleCnt="0">
        <dgm:presLayoutVars>
          <dgm:animLvl val="lvl"/>
          <dgm:resizeHandles val="exact"/>
        </dgm:presLayoutVars>
      </dgm:prSet>
      <dgm:spPr/>
    </dgm:pt>
    <dgm:pt modelId="{1ED3727B-1E63-44D5-B726-9B36CC513E1E}" type="pres">
      <dgm:prSet presAssocID="{8ACAC857-D33E-43A1-8381-C98883C986C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557DFAD-CB18-4293-AE18-81C305298550}" type="pres">
      <dgm:prSet presAssocID="{85DAA417-DBE9-4F17-9C9C-86F36A5BB5CA}" presName="spacer" presStyleCnt="0"/>
      <dgm:spPr/>
    </dgm:pt>
    <dgm:pt modelId="{FA7D3B76-FB9D-409F-B755-77C9B2E8C89E}" type="pres">
      <dgm:prSet presAssocID="{01FF49B1-CBA9-4169-87FB-1B66E65929C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15D951F-F4F1-4229-A840-E297FAB9F1A9}" type="presOf" srcId="{676774B7-850E-4B3B-8411-EEA2978C7800}" destId="{E73F5C1B-A6D7-46FC-99AE-4D4EB1421B23}" srcOrd="0" destOrd="0" presId="urn:microsoft.com/office/officeart/2005/8/layout/vList2"/>
    <dgm:cxn modelId="{4AD1D854-869E-4D8B-9258-9E0C578B3635}" type="presOf" srcId="{8ACAC857-D33E-43A1-8381-C98883C986C9}" destId="{1ED3727B-1E63-44D5-B726-9B36CC513E1E}" srcOrd="0" destOrd="0" presId="urn:microsoft.com/office/officeart/2005/8/layout/vList2"/>
    <dgm:cxn modelId="{6E70D875-1DC7-4B48-AF11-007019128704}" type="presOf" srcId="{01FF49B1-CBA9-4169-87FB-1B66E65929CA}" destId="{FA7D3B76-FB9D-409F-B755-77C9B2E8C89E}" srcOrd="0" destOrd="0" presId="urn:microsoft.com/office/officeart/2005/8/layout/vList2"/>
    <dgm:cxn modelId="{D5E1D8D2-819D-440B-A21F-A13A59985549}" srcId="{676774B7-850E-4B3B-8411-EEA2978C7800}" destId="{8ACAC857-D33E-43A1-8381-C98883C986C9}" srcOrd="0" destOrd="0" parTransId="{A3428F1B-DC66-496C-8849-763240B905D5}" sibTransId="{85DAA417-DBE9-4F17-9C9C-86F36A5BB5CA}"/>
    <dgm:cxn modelId="{DCE909F2-599A-41B5-8626-25EE3AC4575D}" srcId="{676774B7-850E-4B3B-8411-EEA2978C7800}" destId="{01FF49B1-CBA9-4169-87FB-1B66E65929CA}" srcOrd="1" destOrd="0" parTransId="{B09022A0-7B5A-42F8-A105-BB7F0CDE0F68}" sibTransId="{BA3D5A5C-E6EC-47B1-8BF9-C02CCD78E454}"/>
    <dgm:cxn modelId="{FC8F9285-7114-42B0-BDAC-6A8C6D0EABEA}" type="presParOf" srcId="{E73F5C1B-A6D7-46FC-99AE-4D4EB1421B23}" destId="{1ED3727B-1E63-44D5-B726-9B36CC513E1E}" srcOrd="0" destOrd="0" presId="urn:microsoft.com/office/officeart/2005/8/layout/vList2"/>
    <dgm:cxn modelId="{285EA144-D4FB-43BF-AB71-22C070248C14}" type="presParOf" srcId="{E73F5C1B-A6D7-46FC-99AE-4D4EB1421B23}" destId="{B557DFAD-CB18-4293-AE18-81C305298550}" srcOrd="1" destOrd="0" presId="urn:microsoft.com/office/officeart/2005/8/layout/vList2"/>
    <dgm:cxn modelId="{E1D1F3E2-6B24-45C6-9E39-9ADF8C39E618}" type="presParOf" srcId="{E73F5C1B-A6D7-46FC-99AE-4D4EB1421B23}" destId="{FA7D3B76-FB9D-409F-B755-77C9B2E8C89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AA2216C-DC4E-4568-B74B-E94515CC2D2B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A9AF59D-1909-43EA-BDFF-26B4DF6823C3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KNN–1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wt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%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BCHfT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shows the highest unpoled d₃₃ value of 15.5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pC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/N, indicating an improved preliminary piezoelectric response compared with pure KNN.</a:t>
          </a:r>
        </a:p>
      </dgm:t>
    </dgm:pt>
    <dgm:pt modelId="{7B5BAF07-BA16-49F1-A270-3FEF08FE03AF}" type="parTrans" cxnId="{9597417C-F95E-4BC0-8FFC-93750DFBAF22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3D0AA5-A012-49FF-8714-62F6320ACA42}" type="sibTrans" cxnId="{9597417C-F95E-4BC0-8FFC-93750DFBAF22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C97740-617C-432D-96AE-A944D6868469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Further increase of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BCHfT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to 1.5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wt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% reduces d₃₃ to 12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pC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/N, suggesting that excess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BCHfT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may introduce defect/interface effects that limit piezoelectric response.</a:t>
          </a:r>
        </a:p>
      </dgm:t>
    </dgm:pt>
    <dgm:pt modelId="{3444583C-5DFA-4B34-B86B-0CF9C0B257B1}" type="parTrans" cxnId="{64DA2987-EEDF-4868-ADF5-EB1CDBA1DBB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D1285A-5B20-48F3-89FB-B6FB49D3341F}" type="sibTrans" cxnId="{64DA2987-EEDF-4868-ADF5-EB1CDBA1DBB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4EC329-1AC1-4BCB-A8C5-A5CB6AE91FE1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Since the samples are unpoled, these values represent preliminary behavior; proper poling is required for reliable and optimized d₃₃ measurement.</a:t>
          </a:r>
        </a:p>
      </dgm:t>
    </dgm:pt>
    <dgm:pt modelId="{6FEC2C39-E3A4-4F52-950D-BB5E6B869E57}" type="parTrans" cxnId="{78CD402B-38A6-4BD4-BAFC-E994AAB62916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DC262B-5448-4B47-88BC-1DB7DC915BCB}" type="sibTrans" cxnId="{78CD402B-38A6-4BD4-BAFC-E994AAB62916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DBA568-D4A2-44AB-BB84-02D27A0C3040}" type="pres">
      <dgm:prSet presAssocID="{8AA2216C-DC4E-4568-B74B-E94515CC2D2B}" presName="linear" presStyleCnt="0">
        <dgm:presLayoutVars>
          <dgm:animLvl val="lvl"/>
          <dgm:resizeHandles val="exact"/>
        </dgm:presLayoutVars>
      </dgm:prSet>
      <dgm:spPr/>
    </dgm:pt>
    <dgm:pt modelId="{BF4640F3-6CC8-49DF-8076-C66B06E5A728}" type="pres">
      <dgm:prSet presAssocID="{9A9AF59D-1909-43EA-BDFF-26B4DF6823C3}" presName="parentText" presStyleLbl="node1" presStyleIdx="0" presStyleCnt="3" custLinFactNeighborX="-9016" custLinFactNeighborY="-9224">
        <dgm:presLayoutVars>
          <dgm:chMax val="0"/>
          <dgm:bulletEnabled val="1"/>
        </dgm:presLayoutVars>
      </dgm:prSet>
      <dgm:spPr/>
    </dgm:pt>
    <dgm:pt modelId="{DCAC16DE-4675-4326-92DB-62F090A23C77}" type="pres">
      <dgm:prSet presAssocID="{0F3D0AA5-A012-49FF-8714-62F6320ACA42}" presName="spacer" presStyleCnt="0"/>
      <dgm:spPr/>
    </dgm:pt>
    <dgm:pt modelId="{987E4674-80D4-43C5-91FE-E1DBB59F0F7B}" type="pres">
      <dgm:prSet presAssocID="{FBC97740-617C-432D-96AE-A944D68684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C2A0A1E-AF35-4B28-9D1C-2F5FAADE8482}" type="pres">
      <dgm:prSet presAssocID="{BAD1285A-5B20-48F3-89FB-B6FB49D3341F}" presName="spacer" presStyleCnt="0"/>
      <dgm:spPr/>
    </dgm:pt>
    <dgm:pt modelId="{4AF13DF0-5AEE-40D3-B2DB-D2B41ECEDAF7}" type="pres">
      <dgm:prSet presAssocID="{6F4EC329-1AC1-4BCB-A8C5-A5CB6AE91FE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8CD402B-38A6-4BD4-BAFC-E994AAB62916}" srcId="{8AA2216C-DC4E-4568-B74B-E94515CC2D2B}" destId="{6F4EC329-1AC1-4BCB-A8C5-A5CB6AE91FE1}" srcOrd="2" destOrd="0" parTransId="{6FEC2C39-E3A4-4F52-950D-BB5E6B869E57}" sibTransId="{B7DC262B-5448-4B47-88BC-1DB7DC915BCB}"/>
    <dgm:cxn modelId="{97ADC963-D1C0-47E1-AD1C-72351640CF4A}" type="presOf" srcId="{9A9AF59D-1909-43EA-BDFF-26B4DF6823C3}" destId="{BF4640F3-6CC8-49DF-8076-C66B06E5A728}" srcOrd="0" destOrd="0" presId="urn:microsoft.com/office/officeart/2005/8/layout/vList2"/>
    <dgm:cxn modelId="{9597417C-F95E-4BC0-8FFC-93750DFBAF22}" srcId="{8AA2216C-DC4E-4568-B74B-E94515CC2D2B}" destId="{9A9AF59D-1909-43EA-BDFF-26B4DF6823C3}" srcOrd="0" destOrd="0" parTransId="{7B5BAF07-BA16-49F1-A270-3FEF08FE03AF}" sibTransId="{0F3D0AA5-A012-49FF-8714-62F6320ACA42}"/>
    <dgm:cxn modelId="{D0D51B85-8801-410A-888C-2EB810112B03}" type="presOf" srcId="{FBC97740-617C-432D-96AE-A944D6868469}" destId="{987E4674-80D4-43C5-91FE-E1DBB59F0F7B}" srcOrd="0" destOrd="0" presId="urn:microsoft.com/office/officeart/2005/8/layout/vList2"/>
    <dgm:cxn modelId="{64DA2987-EEDF-4868-ADF5-EB1CDBA1DBB5}" srcId="{8AA2216C-DC4E-4568-B74B-E94515CC2D2B}" destId="{FBC97740-617C-432D-96AE-A944D6868469}" srcOrd="1" destOrd="0" parTransId="{3444583C-5DFA-4B34-B86B-0CF9C0B257B1}" sibTransId="{BAD1285A-5B20-48F3-89FB-B6FB49D3341F}"/>
    <dgm:cxn modelId="{26C8F4E5-4CBD-449C-8A11-842B1424857D}" type="presOf" srcId="{8AA2216C-DC4E-4568-B74B-E94515CC2D2B}" destId="{39DBA568-D4A2-44AB-BB84-02D27A0C3040}" srcOrd="0" destOrd="0" presId="urn:microsoft.com/office/officeart/2005/8/layout/vList2"/>
    <dgm:cxn modelId="{878221F9-02BB-4123-86BA-BAE3AB909A07}" type="presOf" srcId="{6F4EC329-1AC1-4BCB-A8C5-A5CB6AE91FE1}" destId="{4AF13DF0-5AEE-40D3-B2DB-D2B41ECEDAF7}" srcOrd="0" destOrd="0" presId="urn:microsoft.com/office/officeart/2005/8/layout/vList2"/>
    <dgm:cxn modelId="{12C65227-6842-45B9-83CE-54F1E0E8608B}" type="presParOf" srcId="{39DBA568-D4A2-44AB-BB84-02D27A0C3040}" destId="{BF4640F3-6CC8-49DF-8076-C66B06E5A728}" srcOrd="0" destOrd="0" presId="urn:microsoft.com/office/officeart/2005/8/layout/vList2"/>
    <dgm:cxn modelId="{F9A996B3-8720-49AF-A8BE-46392FA47459}" type="presParOf" srcId="{39DBA568-D4A2-44AB-BB84-02D27A0C3040}" destId="{DCAC16DE-4675-4326-92DB-62F090A23C77}" srcOrd="1" destOrd="0" presId="urn:microsoft.com/office/officeart/2005/8/layout/vList2"/>
    <dgm:cxn modelId="{0D2C8FC8-E616-41C0-9A7E-C60CA6F2E30D}" type="presParOf" srcId="{39DBA568-D4A2-44AB-BB84-02D27A0C3040}" destId="{987E4674-80D4-43C5-91FE-E1DBB59F0F7B}" srcOrd="2" destOrd="0" presId="urn:microsoft.com/office/officeart/2005/8/layout/vList2"/>
    <dgm:cxn modelId="{93641D49-36C9-4A57-A7B6-A5E510BEB6EF}" type="presParOf" srcId="{39DBA568-D4A2-44AB-BB84-02D27A0C3040}" destId="{4C2A0A1E-AF35-4B28-9D1C-2F5FAADE8482}" srcOrd="3" destOrd="0" presId="urn:microsoft.com/office/officeart/2005/8/layout/vList2"/>
    <dgm:cxn modelId="{E5F9FB8F-CB61-4AE6-989E-3C6EB54ABDC3}" type="presParOf" srcId="{39DBA568-D4A2-44AB-BB84-02D27A0C3040}" destId="{4AF13DF0-5AEE-40D3-B2DB-D2B41ECEDAF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7B7C2E0-488C-44B4-BFF8-F769CB4AAC9A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C9F455-D3FB-4B37-9B77-B110AF866B8D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gm:t>
    </dgm:pt>
    <dgm:pt modelId="{E691EA05-D457-4F5A-929D-9EB865DEE515}" type="parTrans" cxnId="{63EA6EEE-1481-42E4-BDAE-6B4DA545077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6FFB27-BC8B-4458-8746-14818414C459}" type="sibTrans" cxnId="{63EA6EEE-1481-42E4-BDAE-6B4DA545077C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422369-D78D-4A69-B1BD-F5BB2DA2E39E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SEM analysis of other compositions</a:t>
          </a:r>
        </a:p>
      </dgm:t>
    </dgm:pt>
    <dgm:pt modelId="{C33692C2-275C-4CF3-9ECF-A4FB980F1EE8}" type="parTrans" cxnId="{1E63ADC7-719A-4910-BBA9-EE84FEA4063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0B3494-E9F2-4ECC-9071-CDB1597815EE}" type="sibTrans" cxnId="{1E63ADC7-719A-4910-BBA9-EE84FEA4063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31DF1A-9E81-48AA-8A04-215CBDBA6AA2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gm:t>
    </dgm:pt>
    <dgm:pt modelId="{6751E489-668F-4FAC-BE17-EB1788BF6B0C}" type="parTrans" cxnId="{418CBBA9-426E-4357-9040-DB1F7919C4C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99F1ED-7D97-4D62-BDC0-40D96CDAE311}" type="sibTrans" cxnId="{418CBBA9-426E-4357-9040-DB1F7919C4C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39922A-FA3B-419D-95A5-AE4AD71DE7C2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</a:t>
          </a:r>
          <a:r>
            <a: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33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measurement with poling</a:t>
          </a:r>
        </a:p>
      </dgm:t>
    </dgm:pt>
    <dgm:pt modelId="{409B9224-C273-43E5-9D6B-F03478EB836B}" type="parTrans" cxnId="{EC59D3D5-CDCC-453F-BBF0-4987A311801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A4DEAC-9252-4F1E-99E7-0AC94A376E5B}" type="sibTrans" cxnId="{EC59D3D5-CDCC-453F-BBF0-4987A311801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48D4A8A-6ED8-45E7-A8AD-2BBD69EA6E4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gm:t>
    </dgm:pt>
    <dgm:pt modelId="{BA37BD94-1C26-460D-B1B6-A6F511109A78}" type="parTrans" cxnId="{2CB65116-FBE9-4C8A-B9F7-012A11E623B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11D5CC-4BC5-47E3-B754-27889D59D2F3}" type="sibTrans" cxnId="{2CB65116-FBE9-4C8A-B9F7-012A11E623B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066558-D59A-4711-8827-FCD3A76F8D5B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P-E hysteresis loop</a:t>
          </a:r>
        </a:p>
      </dgm:t>
    </dgm:pt>
    <dgm:pt modelId="{A1A401EB-DC50-49D1-B232-0C5C84B937DA}" type="parTrans" cxnId="{E13FE6B4-08F2-4348-8F8D-FB350880246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69182B-4731-4201-82AA-4254448CAEAE}" type="sibTrans" cxnId="{E13FE6B4-08F2-4348-8F8D-FB350880246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2C89A0-A0F8-4E5B-9A24-5F94805417FB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</a:p>
      </dgm:t>
    </dgm:pt>
    <dgm:pt modelId="{FB1B3332-3873-40BD-9A5D-B4E761558E73}" type="parTrans" cxnId="{05C9AD87-A4B4-4CBF-BAD9-DE860B4FA19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BDDEF1-4167-47F4-BD8D-139EB4A344E7}" type="sibTrans" cxnId="{05C9AD87-A4B4-4CBF-BAD9-DE860B4FA19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8B84E7-AC21-4A12-9B67-BC3AD82052E6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Density, porosity and electrode quality measurements</a:t>
          </a:r>
        </a:p>
      </dgm:t>
    </dgm:pt>
    <dgm:pt modelId="{0BABF49C-822C-4F13-84CF-21038DD698D3}" type="parTrans" cxnId="{F41FBAE8-EEC9-48A5-8C84-73E038CD4BB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5846A3-715E-4E1F-AFAA-116740F417C6}" type="sibTrans" cxnId="{F41FBAE8-EEC9-48A5-8C84-73E038CD4BB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7A6742-9FEC-493B-8612-2B3D197472DB}" type="pres">
      <dgm:prSet presAssocID="{D7B7C2E0-488C-44B4-BFF8-F769CB4AAC9A}" presName="linearFlow" presStyleCnt="0">
        <dgm:presLayoutVars>
          <dgm:dir/>
          <dgm:animLvl val="lvl"/>
          <dgm:resizeHandles val="exact"/>
        </dgm:presLayoutVars>
      </dgm:prSet>
      <dgm:spPr/>
    </dgm:pt>
    <dgm:pt modelId="{E23B4117-FC74-490B-8485-D0F67C78E8F6}" type="pres">
      <dgm:prSet presAssocID="{0AC9F455-D3FB-4B37-9B77-B110AF866B8D}" presName="composite" presStyleCnt="0"/>
      <dgm:spPr/>
    </dgm:pt>
    <dgm:pt modelId="{F40860A8-E494-4F78-A73A-2D84BCDD8DD7}" type="pres">
      <dgm:prSet presAssocID="{0AC9F455-D3FB-4B37-9B77-B110AF866B8D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CC7A503B-956D-40CE-BFE2-53DC885BF107}" type="pres">
      <dgm:prSet presAssocID="{0AC9F455-D3FB-4B37-9B77-B110AF866B8D}" presName="descendantText" presStyleLbl="alignAcc1" presStyleIdx="0" presStyleCnt="4">
        <dgm:presLayoutVars>
          <dgm:bulletEnabled val="1"/>
        </dgm:presLayoutVars>
      </dgm:prSet>
      <dgm:spPr/>
    </dgm:pt>
    <dgm:pt modelId="{14DE9CAE-023D-4D24-B7DA-830FAE2DA3A5}" type="pres">
      <dgm:prSet presAssocID="{A86FFB27-BC8B-4458-8746-14818414C459}" presName="sp" presStyleCnt="0"/>
      <dgm:spPr/>
    </dgm:pt>
    <dgm:pt modelId="{94065D90-2E02-4815-B1B8-4E4AFABFA337}" type="pres">
      <dgm:prSet presAssocID="{CF31DF1A-9E81-48AA-8A04-215CBDBA6AA2}" presName="composite" presStyleCnt="0"/>
      <dgm:spPr/>
    </dgm:pt>
    <dgm:pt modelId="{F12F34D5-E874-4CF1-8788-0E1071FC1B1C}" type="pres">
      <dgm:prSet presAssocID="{CF31DF1A-9E81-48AA-8A04-215CBDBA6AA2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511B4842-7BBA-4C00-9650-34C0A7DC10A5}" type="pres">
      <dgm:prSet presAssocID="{CF31DF1A-9E81-48AA-8A04-215CBDBA6AA2}" presName="descendantText" presStyleLbl="alignAcc1" presStyleIdx="1" presStyleCnt="4">
        <dgm:presLayoutVars>
          <dgm:bulletEnabled val="1"/>
        </dgm:presLayoutVars>
      </dgm:prSet>
      <dgm:spPr/>
    </dgm:pt>
    <dgm:pt modelId="{DD71EA60-969B-4421-B365-8A0A4E33FBDA}" type="pres">
      <dgm:prSet presAssocID="{3999F1ED-7D97-4D62-BDC0-40D96CDAE311}" presName="sp" presStyleCnt="0"/>
      <dgm:spPr/>
    </dgm:pt>
    <dgm:pt modelId="{49AAF81F-0F5D-4CAB-BCC7-77FD91EE5335}" type="pres">
      <dgm:prSet presAssocID="{148D4A8A-6ED8-45E7-A8AD-2BBD69EA6E4F}" presName="composite" presStyleCnt="0"/>
      <dgm:spPr/>
    </dgm:pt>
    <dgm:pt modelId="{EE4B0768-0CBC-4AFC-82D0-9DAA7EADA660}" type="pres">
      <dgm:prSet presAssocID="{148D4A8A-6ED8-45E7-A8AD-2BBD69EA6E4F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87CAB894-8799-4949-B13A-4974559B64A3}" type="pres">
      <dgm:prSet presAssocID="{148D4A8A-6ED8-45E7-A8AD-2BBD69EA6E4F}" presName="descendantText" presStyleLbl="alignAcc1" presStyleIdx="2" presStyleCnt="4">
        <dgm:presLayoutVars>
          <dgm:bulletEnabled val="1"/>
        </dgm:presLayoutVars>
      </dgm:prSet>
      <dgm:spPr/>
    </dgm:pt>
    <dgm:pt modelId="{E8180AE7-444F-4561-B5C8-9676F19B46DD}" type="pres">
      <dgm:prSet presAssocID="{1E11D5CC-4BC5-47E3-B754-27889D59D2F3}" presName="sp" presStyleCnt="0"/>
      <dgm:spPr/>
    </dgm:pt>
    <dgm:pt modelId="{6BB69AAD-F66B-4315-80A5-ACD75EFEBF4A}" type="pres">
      <dgm:prSet presAssocID="{7B2C89A0-A0F8-4E5B-9A24-5F94805417FB}" presName="composite" presStyleCnt="0"/>
      <dgm:spPr/>
    </dgm:pt>
    <dgm:pt modelId="{190FE82C-7661-4B9D-8408-5D63BFDB0514}" type="pres">
      <dgm:prSet presAssocID="{7B2C89A0-A0F8-4E5B-9A24-5F94805417FB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20E87A75-CF66-47CC-8E08-DB6C6FA04847}" type="pres">
      <dgm:prSet presAssocID="{7B2C89A0-A0F8-4E5B-9A24-5F94805417FB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2CB65116-FBE9-4C8A-B9F7-012A11E623B4}" srcId="{D7B7C2E0-488C-44B4-BFF8-F769CB4AAC9A}" destId="{148D4A8A-6ED8-45E7-A8AD-2BBD69EA6E4F}" srcOrd="2" destOrd="0" parTransId="{BA37BD94-1C26-460D-B1B6-A6F511109A78}" sibTransId="{1E11D5CC-4BC5-47E3-B754-27889D59D2F3}"/>
    <dgm:cxn modelId="{DC87B52F-926B-41CE-8BD2-AC3A0C010F99}" type="presOf" srcId="{CF31DF1A-9E81-48AA-8A04-215CBDBA6AA2}" destId="{F12F34D5-E874-4CF1-8788-0E1071FC1B1C}" srcOrd="0" destOrd="0" presId="urn:microsoft.com/office/officeart/2005/8/layout/chevron2"/>
    <dgm:cxn modelId="{B4B3A831-1ABF-4AD6-8AF5-BACB24A477BC}" type="presOf" srcId="{D7B7C2E0-488C-44B4-BFF8-F769CB4AAC9A}" destId="{FC7A6742-9FEC-493B-8612-2B3D197472DB}" srcOrd="0" destOrd="0" presId="urn:microsoft.com/office/officeart/2005/8/layout/chevron2"/>
    <dgm:cxn modelId="{D6D8833A-9C4F-4063-A8AE-A882874542DE}" type="presOf" srcId="{7B2C89A0-A0F8-4E5B-9A24-5F94805417FB}" destId="{190FE82C-7661-4B9D-8408-5D63BFDB0514}" srcOrd="0" destOrd="0" presId="urn:microsoft.com/office/officeart/2005/8/layout/chevron2"/>
    <dgm:cxn modelId="{82D2153C-8F4F-4402-BD85-4B8C4015435C}" type="presOf" srcId="{2D066558-D59A-4711-8827-FCD3A76F8D5B}" destId="{87CAB894-8799-4949-B13A-4974559B64A3}" srcOrd="0" destOrd="0" presId="urn:microsoft.com/office/officeart/2005/8/layout/chevron2"/>
    <dgm:cxn modelId="{49A8A466-4C9B-4707-93B3-927CD5B64A14}" type="presOf" srcId="{45422369-D78D-4A69-B1BD-F5BB2DA2E39E}" destId="{CC7A503B-956D-40CE-BFE2-53DC885BF107}" srcOrd="0" destOrd="0" presId="urn:microsoft.com/office/officeart/2005/8/layout/chevron2"/>
    <dgm:cxn modelId="{D813A458-E697-483C-A6A2-D28FF1714A51}" type="presOf" srcId="{148D4A8A-6ED8-45E7-A8AD-2BBD69EA6E4F}" destId="{EE4B0768-0CBC-4AFC-82D0-9DAA7EADA660}" srcOrd="0" destOrd="0" presId="urn:microsoft.com/office/officeart/2005/8/layout/chevron2"/>
    <dgm:cxn modelId="{0AD09484-3E24-4EBE-A743-AB5BA4929FD3}" type="presOf" srcId="{728B84E7-AC21-4A12-9B67-BC3AD82052E6}" destId="{20E87A75-CF66-47CC-8E08-DB6C6FA04847}" srcOrd="0" destOrd="0" presId="urn:microsoft.com/office/officeart/2005/8/layout/chevron2"/>
    <dgm:cxn modelId="{05C9AD87-A4B4-4CBF-BAD9-DE860B4FA198}" srcId="{D7B7C2E0-488C-44B4-BFF8-F769CB4AAC9A}" destId="{7B2C89A0-A0F8-4E5B-9A24-5F94805417FB}" srcOrd="3" destOrd="0" parTransId="{FB1B3332-3873-40BD-9A5D-B4E761558E73}" sibTransId="{A2BDDEF1-4167-47F4-BD8D-139EB4A344E7}"/>
    <dgm:cxn modelId="{418CBBA9-426E-4357-9040-DB1F7919C4C4}" srcId="{D7B7C2E0-488C-44B4-BFF8-F769CB4AAC9A}" destId="{CF31DF1A-9E81-48AA-8A04-215CBDBA6AA2}" srcOrd="1" destOrd="0" parTransId="{6751E489-668F-4FAC-BE17-EB1788BF6B0C}" sibTransId="{3999F1ED-7D97-4D62-BDC0-40D96CDAE311}"/>
    <dgm:cxn modelId="{E13FE6B4-08F2-4348-8F8D-FB3508802465}" srcId="{148D4A8A-6ED8-45E7-A8AD-2BBD69EA6E4F}" destId="{2D066558-D59A-4711-8827-FCD3A76F8D5B}" srcOrd="0" destOrd="0" parTransId="{A1A401EB-DC50-49D1-B232-0C5C84B937DA}" sibTransId="{C569182B-4731-4201-82AA-4254448CAEAE}"/>
    <dgm:cxn modelId="{1E63ADC7-719A-4910-BBA9-EE84FEA40638}" srcId="{0AC9F455-D3FB-4B37-9B77-B110AF866B8D}" destId="{45422369-D78D-4A69-B1BD-F5BB2DA2E39E}" srcOrd="0" destOrd="0" parTransId="{C33692C2-275C-4CF3-9ECF-A4FB980F1EE8}" sibTransId="{1F0B3494-E9F2-4ECC-9071-CDB1597815EE}"/>
    <dgm:cxn modelId="{EC59D3D5-CDCC-453F-BBF0-4987A3118015}" srcId="{CF31DF1A-9E81-48AA-8A04-215CBDBA6AA2}" destId="{7E39922A-FA3B-419D-95A5-AE4AD71DE7C2}" srcOrd="0" destOrd="0" parTransId="{409B9224-C273-43E5-9D6B-F03478EB836B}" sibTransId="{AFA4DEAC-9252-4F1E-99E7-0AC94A376E5B}"/>
    <dgm:cxn modelId="{F41FBAE8-EEC9-48A5-8C84-73E038CD4BB5}" srcId="{7B2C89A0-A0F8-4E5B-9A24-5F94805417FB}" destId="{728B84E7-AC21-4A12-9B67-BC3AD82052E6}" srcOrd="0" destOrd="0" parTransId="{0BABF49C-822C-4F13-84CF-21038DD698D3}" sibTransId="{DE5846A3-715E-4E1F-AFAA-116740F417C6}"/>
    <dgm:cxn modelId="{6D8B13EA-9783-431C-8173-43769C1122CF}" type="presOf" srcId="{0AC9F455-D3FB-4B37-9B77-B110AF866B8D}" destId="{F40860A8-E494-4F78-A73A-2D84BCDD8DD7}" srcOrd="0" destOrd="0" presId="urn:microsoft.com/office/officeart/2005/8/layout/chevron2"/>
    <dgm:cxn modelId="{63EA6EEE-1481-42E4-BDAE-6B4DA545077C}" srcId="{D7B7C2E0-488C-44B4-BFF8-F769CB4AAC9A}" destId="{0AC9F455-D3FB-4B37-9B77-B110AF866B8D}" srcOrd="0" destOrd="0" parTransId="{E691EA05-D457-4F5A-929D-9EB865DEE515}" sibTransId="{A86FFB27-BC8B-4458-8746-14818414C459}"/>
    <dgm:cxn modelId="{57319BF7-1A2A-41C1-845D-6404F20945B6}" type="presOf" srcId="{7E39922A-FA3B-419D-95A5-AE4AD71DE7C2}" destId="{511B4842-7BBA-4C00-9650-34C0A7DC10A5}" srcOrd="0" destOrd="0" presId="urn:microsoft.com/office/officeart/2005/8/layout/chevron2"/>
    <dgm:cxn modelId="{C61B9771-4052-461D-96DF-CA3F59C4B468}" type="presParOf" srcId="{FC7A6742-9FEC-493B-8612-2B3D197472DB}" destId="{E23B4117-FC74-490B-8485-D0F67C78E8F6}" srcOrd="0" destOrd="0" presId="urn:microsoft.com/office/officeart/2005/8/layout/chevron2"/>
    <dgm:cxn modelId="{F7A2FB22-536B-4126-AF82-5C02D23B5D6F}" type="presParOf" srcId="{E23B4117-FC74-490B-8485-D0F67C78E8F6}" destId="{F40860A8-E494-4F78-A73A-2D84BCDD8DD7}" srcOrd="0" destOrd="0" presId="urn:microsoft.com/office/officeart/2005/8/layout/chevron2"/>
    <dgm:cxn modelId="{174ED467-2227-4C6A-9CD8-0857F7B9E550}" type="presParOf" srcId="{E23B4117-FC74-490B-8485-D0F67C78E8F6}" destId="{CC7A503B-956D-40CE-BFE2-53DC885BF107}" srcOrd="1" destOrd="0" presId="urn:microsoft.com/office/officeart/2005/8/layout/chevron2"/>
    <dgm:cxn modelId="{739A3486-F5A6-4CE5-8952-C8A402B9A0AE}" type="presParOf" srcId="{FC7A6742-9FEC-493B-8612-2B3D197472DB}" destId="{14DE9CAE-023D-4D24-B7DA-830FAE2DA3A5}" srcOrd="1" destOrd="0" presId="urn:microsoft.com/office/officeart/2005/8/layout/chevron2"/>
    <dgm:cxn modelId="{9117EAB4-4B28-4F87-AAB7-2913E94C96A4}" type="presParOf" srcId="{FC7A6742-9FEC-493B-8612-2B3D197472DB}" destId="{94065D90-2E02-4815-B1B8-4E4AFABFA337}" srcOrd="2" destOrd="0" presId="urn:microsoft.com/office/officeart/2005/8/layout/chevron2"/>
    <dgm:cxn modelId="{94DD1D7F-A91E-4F4F-95ED-12AD319919CC}" type="presParOf" srcId="{94065D90-2E02-4815-B1B8-4E4AFABFA337}" destId="{F12F34D5-E874-4CF1-8788-0E1071FC1B1C}" srcOrd="0" destOrd="0" presId="urn:microsoft.com/office/officeart/2005/8/layout/chevron2"/>
    <dgm:cxn modelId="{8F14FE1A-29B9-45EB-9E91-50B21A970996}" type="presParOf" srcId="{94065D90-2E02-4815-B1B8-4E4AFABFA337}" destId="{511B4842-7BBA-4C00-9650-34C0A7DC10A5}" srcOrd="1" destOrd="0" presId="urn:microsoft.com/office/officeart/2005/8/layout/chevron2"/>
    <dgm:cxn modelId="{093E7C51-AF9F-46C2-897D-613450E826F6}" type="presParOf" srcId="{FC7A6742-9FEC-493B-8612-2B3D197472DB}" destId="{DD71EA60-969B-4421-B365-8A0A4E33FBDA}" srcOrd="3" destOrd="0" presId="urn:microsoft.com/office/officeart/2005/8/layout/chevron2"/>
    <dgm:cxn modelId="{269C8089-EDC3-4DB7-8556-E8AB5582D8FB}" type="presParOf" srcId="{FC7A6742-9FEC-493B-8612-2B3D197472DB}" destId="{49AAF81F-0F5D-4CAB-BCC7-77FD91EE5335}" srcOrd="4" destOrd="0" presId="urn:microsoft.com/office/officeart/2005/8/layout/chevron2"/>
    <dgm:cxn modelId="{1273D2CD-FF3A-4048-87FB-79B251EAF82A}" type="presParOf" srcId="{49AAF81F-0F5D-4CAB-BCC7-77FD91EE5335}" destId="{EE4B0768-0CBC-4AFC-82D0-9DAA7EADA660}" srcOrd="0" destOrd="0" presId="urn:microsoft.com/office/officeart/2005/8/layout/chevron2"/>
    <dgm:cxn modelId="{D232EA8C-70C2-421A-BB55-D74F7912193B}" type="presParOf" srcId="{49AAF81F-0F5D-4CAB-BCC7-77FD91EE5335}" destId="{87CAB894-8799-4949-B13A-4974559B64A3}" srcOrd="1" destOrd="0" presId="urn:microsoft.com/office/officeart/2005/8/layout/chevron2"/>
    <dgm:cxn modelId="{C7F82C26-9074-4578-96A1-A64609024222}" type="presParOf" srcId="{FC7A6742-9FEC-493B-8612-2B3D197472DB}" destId="{E8180AE7-444F-4561-B5C8-9676F19B46DD}" srcOrd="5" destOrd="0" presId="urn:microsoft.com/office/officeart/2005/8/layout/chevron2"/>
    <dgm:cxn modelId="{5A77D6CE-248A-4A93-85ED-16FD27D31005}" type="presParOf" srcId="{FC7A6742-9FEC-493B-8612-2B3D197472DB}" destId="{6BB69AAD-F66B-4315-80A5-ACD75EFEBF4A}" srcOrd="6" destOrd="0" presId="urn:microsoft.com/office/officeart/2005/8/layout/chevron2"/>
    <dgm:cxn modelId="{F682102C-0A5F-45FC-8E5E-87E72818202B}" type="presParOf" srcId="{6BB69AAD-F66B-4315-80A5-ACD75EFEBF4A}" destId="{190FE82C-7661-4B9D-8408-5D63BFDB0514}" srcOrd="0" destOrd="0" presId="urn:microsoft.com/office/officeart/2005/8/layout/chevron2"/>
    <dgm:cxn modelId="{1890FC0E-B6EF-4268-A1FD-F7AA7526DB7E}" type="presParOf" srcId="{6BB69AAD-F66B-4315-80A5-ACD75EFEBF4A}" destId="{20E87A75-CF66-47CC-8E08-DB6C6FA0484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8E5D13-1714-4414-8188-9A1170577FD5}">
      <dsp:nvSpPr>
        <dsp:cNvPr id="0" name=""/>
        <dsp:cNvSpPr/>
      </dsp:nvSpPr>
      <dsp:spPr>
        <a:xfrm>
          <a:off x="858735" y="0"/>
          <a:ext cx="9732340" cy="441011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9DE864-8D0E-4658-A1C5-94E7B699016E}">
      <dsp:nvSpPr>
        <dsp:cNvPr id="0" name=""/>
        <dsp:cNvSpPr/>
      </dsp:nvSpPr>
      <dsp:spPr>
        <a:xfrm>
          <a:off x="3144" y="1323035"/>
          <a:ext cx="1830963" cy="17640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Motivation</a:t>
          </a:r>
        </a:p>
      </dsp:txBody>
      <dsp:txXfrm>
        <a:off x="89258" y="1409149"/>
        <a:ext cx="1658735" cy="1591818"/>
      </dsp:txXfrm>
    </dsp:sp>
    <dsp:sp modelId="{170E0CBE-9B86-4C67-A3B2-112C0311164B}">
      <dsp:nvSpPr>
        <dsp:cNvPr id="0" name=""/>
        <dsp:cNvSpPr/>
      </dsp:nvSpPr>
      <dsp:spPr>
        <a:xfrm>
          <a:off x="1925656" y="1323035"/>
          <a:ext cx="1830963" cy="17640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</a:t>
          </a:r>
        </a:p>
      </dsp:txBody>
      <dsp:txXfrm>
        <a:off x="2011770" y="1409149"/>
        <a:ext cx="1658735" cy="1591818"/>
      </dsp:txXfrm>
    </dsp:sp>
    <dsp:sp modelId="{510FE44E-8A3C-4E21-B844-1062B652DD72}">
      <dsp:nvSpPr>
        <dsp:cNvPr id="0" name=""/>
        <dsp:cNvSpPr/>
      </dsp:nvSpPr>
      <dsp:spPr>
        <a:xfrm>
          <a:off x="3848168" y="1323035"/>
          <a:ext cx="1830963" cy="17640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</a:t>
          </a:r>
        </a:p>
      </dsp:txBody>
      <dsp:txXfrm>
        <a:off x="3934282" y="1409149"/>
        <a:ext cx="1658735" cy="1591818"/>
      </dsp:txXfrm>
    </dsp:sp>
    <dsp:sp modelId="{6CAB8078-F7EC-4B9B-B822-8F91F4E59F77}">
      <dsp:nvSpPr>
        <dsp:cNvPr id="0" name=""/>
        <dsp:cNvSpPr/>
      </dsp:nvSpPr>
      <dsp:spPr>
        <a:xfrm>
          <a:off x="5770680" y="1323035"/>
          <a:ext cx="1830963" cy="17640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</a:p>
      </dsp:txBody>
      <dsp:txXfrm>
        <a:off x="5856794" y="1409149"/>
        <a:ext cx="1658735" cy="1591818"/>
      </dsp:txXfrm>
    </dsp:sp>
    <dsp:sp modelId="{5DFA28C7-845A-4863-99F8-FEB9D6F33E12}">
      <dsp:nvSpPr>
        <dsp:cNvPr id="0" name=""/>
        <dsp:cNvSpPr/>
      </dsp:nvSpPr>
      <dsp:spPr>
        <a:xfrm>
          <a:off x="7693191" y="1323035"/>
          <a:ext cx="1830963" cy="17640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Results</a:t>
          </a:r>
        </a:p>
      </dsp:txBody>
      <dsp:txXfrm>
        <a:off x="7779305" y="1409149"/>
        <a:ext cx="1658735" cy="1591818"/>
      </dsp:txXfrm>
    </dsp:sp>
    <dsp:sp modelId="{F10E0761-218E-4682-A550-9413B3F78568}">
      <dsp:nvSpPr>
        <dsp:cNvPr id="0" name=""/>
        <dsp:cNvSpPr/>
      </dsp:nvSpPr>
      <dsp:spPr>
        <a:xfrm>
          <a:off x="9615703" y="1323035"/>
          <a:ext cx="1830963" cy="17640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Structure–property relation &amp; Conclusion</a:t>
          </a:r>
        </a:p>
      </dsp:txBody>
      <dsp:txXfrm>
        <a:off x="9701817" y="1409149"/>
        <a:ext cx="1658735" cy="15918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1D536-B6E7-466C-A917-2FD136E1F308}">
      <dsp:nvSpPr>
        <dsp:cNvPr id="0" name=""/>
        <dsp:cNvSpPr/>
      </dsp:nvSpPr>
      <dsp:spPr>
        <a:xfrm>
          <a:off x="-4154590" y="-637555"/>
          <a:ext cx="4950430" cy="4950430"/>
        </a:xfrm>
        <a:prstGeom prst="blockArc">
          <a:avLst>
            <a:gd name="adj1" fmla="val 18900000"/>
            <a:gd name="adj2" fmla="val 2700000"/>
            <a:gd name="adj3" fmla="val 436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F3F926-6379-4791-A5DB-CB1B27997363}">
      <dsp:nvSpPr>
        <dsp:cNvPr id="0" name=""/>
        <dsp:cNvSpPr/>
      </dsp:nvSpPr>
      <dsp:spPr>
        <a:xfrm>
          <a:off x="416982" y="282558"/>
          <a:ext cx="5690735" cy="565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8795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PZT Dominates</a:t>
          </a:r>
        </a:p>
      </dsp:txBody>
      <dsp:txXfrm>
        <a:off x="416982" y="282558"/>
        <a:ext cx="5690735" cy="565411"/>
      </dsp:txXfrm>
    </dsp:sp>
    <dsp:sp modelId="{D94CF905-56CF-4BFE-BB7B-09D01515D47E}">
      <dsp:nvSpPr>
        <dsp:cNvPr id="0" name=""/>
        <dsp:cNvSpPr/>
      </dsp:nvSpPr>
      <dsp:spPr>
        <a:xfrm>
          <a:off x="63600" y="211882"/>
          <a:ext cx="706764" cy="7067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9BBE48-5B8C-416B-BBA2-42CB4FDEB7A8}">
      <dsp:nvSpPr>
        <dsp:cNvPr id="0" name=""/>
        <dsp:cNvSpPr/>
      </dsp:nvSpPr>
      <dsp:spPr>
        <a:xfrm>
          <a:off x="741146" y="1130822"/>
          <a:ext cx="5366572" cy="565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8795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Toxicity Risk</a:t>
          </a:r>
        </a:p>
      </dsp:txBody>
      <dsp:txXfrm>
        <a:off x="741146" y="1130822"/>
        <a:ext cx="5366572" cy="565411"/>
      </dsp:txXfrm>
    </dsp:sp>
    <dsp:sp modelId="{288CD716-3E0E-4F69-BA37-F75CB8BF1220}">
      <dsp:nvSpPr>
        <dsp:cNvPr id="0" name=""/>
        <dsp:cNvSpPr/>
      </dsp:nvSpPr>
      <dsp:spPr>
        <a:xfrm>
          <a:off x="387764" y="1060146"/>
          <a:ext cx="706764" cy="7067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E75E18-FD0A-4674-9241-2D66818A30FB}">
      <dsp:nvSpPr>
        <dsp:cNvPr id="0" name=""/>
        <dsp:cNvSpPr/>
      </dsp:nvSpPr>
      <dsp:spPr>
        <a:xfrm>
          <a:off x="741146" y="1979086"/>
          <a:ext cx="5366572" cy="565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8795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Regulatory Push</a:t>
          </a:r>
        </a:p>
      </dsp:txBody>
      <dsp:txXfrm>
        <a:off x="741146" y="1979086"/>
        <a:ext cx="5366572" cy="565411"/>
      </dsp:txXfrm>
    </dsp:sp>
    <dsp:sp modelId="{DF54234B-4507-41FA-9457-A0B9A332E3F5}">
      <dsp:nvSpPr>
        <dsp:cNvPr id="0" name=""/>
        <dsp:cNvSpPr/>
      </dsp:nvSpPr>
      <dsp:spPr>
        <a:xfrm>
          <a:off x="387764" y="1908409"/>
          <a:ext cx="706764" cy="7067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21D78D-55F6-4320-B34A-4814BB09AF82}">
      <dsp:nvSpPr>
        <dsp:cNvPr id="0" name=""/>
        <dsp:cNvSpPr/>
      </dsp:nvSpPr>
      <dsp:spPr>
        <a:xfrm>
          <a:off x="416982" y="2827350"/>
          <a:ext cx="5690735" cy="565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8795" tIns="78740" rIns="78740" bIns="7874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Mandate</a:t>
          </a:r>
        </a:p>
      </dsp:txBody>
      <dsp:txXfrm>
        <a:off x="416982" y="2827350"/>
        <a:ext cx="5690735" cy="565411"/>
      </dsp:txXfrm>
    </dsp:sp>
    <dsp:sp modelId="{950521D1-C5EB-4FEC-90EC-90AA231FFA70}">
      <dsp:nvSpPr>
        <dsp:cNvPr id="0" name=""/>
        <dsp:cNvSpPr/>
      </dsp:nvSpPr>
      <dsp:spPr>
        <a:xfrm>
          <a:off x="63600" y="2756673"/>
          <a:ext cx="706764" cy="7067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989E9E-0C1E-4780-A79D-1801937BDD9F}">
      <dsp:nvSpPr>
        <dsp:cNvPr id="0" name=""/>
        <dsp:cNvSpPr/>
      </dsp:nvSpPr>
      <dsp:spPr>
        <a:xfrm>
          <a:off x="0" y="681358"/>
          <a:ext cx="809955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PZT contains Pb²⁺ as an essential structural ion.</a:t>
          </a:r>
        </a:p>
      </dsp:txBody>
      <dsp:txXfrm>
        <a:off x="26273" y="707631"/>
        <a:ext cx="8047006" cy="485654"/>
      </dsp:txXfrm>
    </dsp:sp>
    <dsp:sp modelId="{6C0DD24E-CFDC-4212-B3DD-8464FB58D37A}">
      <dsp:nvSpPr>
        <dsp:cNvPr id="0" name=""/>
        <dsp:cNvSpPr/>
      </dsp:nvSpPr>
      <dsp:spPr>
        <a:xfrm>
          <a:off x="0" y="1285798"/>
          <a:ext cx="809955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PbO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can volatilize during high-temperature processing.</a:t>
          </a:r>
        </a:p>
      </dsp:txBody>
      <dsp:txXfrm>
        <a:off x="26273" y="1312071"/>
        <a:ext cx="8047006" cy="485654"/>
      </dsp:txXfrm>
    </dsp:sp>
    <dsp:sp modelId="{387E4461-5021-40FC-B5AF-A777CD433310}">
      <dsp:nvSpPr>
        <dsp:cNvPr id="0" name=""/>
        <dsp:cNvSpPr/>
      </dsp:nvSpPr>
      <dsp:spPr>
        <a:xfrm>
          <a:off x="0" y="1890238"/>
          <a:ext cx="809955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Machining and recycling may generate Pb-containing dust/waste.</a:t>
          </a:r>
        </a:p>
      </dsp:txBody>
      <dsp:txXfrm>
        <a:off x="26273" y="1916511"/>
        <a:ext cx="8047006" cy="485654"/>
      </dsp:txXfrm>
    </dsp:sp>
    <dsp:sp modelId="{3A6DACAA-8871-40CE-A8E1-AB3EF046D063}">
      <dsp:nvSpPr>
        <dsp:cNvPr id="0" name=""/>
        <dsp:cNvSpPr/>
      </dsp:nvSpPr>
      <dsp:spPr>
        <a:xfrm>
          <a:off x="0" y="2494678"/>
          <a:ext cx="809955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End-of-life disposal creates long-term lead contamination risk.</a:t>
          </a:r>
        </a:p>
      </dsp:txBody>
      <dsp:txXfrm>
        <a:off x="26273" y="2520951"/>
        <a:ext cx="8047006" cy="485654"/>
      </dsp:txXfrm>
    </dsp:sp>
    <dsp:sp modelId="{99F826D0-CDC3-43CA-BFDF-C4E724DF98CB}">
      <dsp:nvSpPr>
        <dsp:cNvPr id="0" name=""/>
        <dsp:cNvSpPr/>
      </dsp:nvSpPr>
      <dsp:spPr>
        <a:xfrm>
          <a:off x="0" y="3099118"/>
          <a:ext cx="8099552" cy="538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RoHS, WEEE, and REACH motivate lead-free alternatives.</a:t>
          </a:r>
        </a:p>
      </dsp:txBody>
      <dsp:txXfrm>
        <a:off x="26273" y="3125391"/>
        <a:ext cx="8047006" cy="485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6953F5-4F49-4BBA-9DF9-DA011162D864}">
      <dsp:nvSpPr>
        <dsp:cNvPr id="0" name=""/>
        <dsp:cNvSpPr/>
      </dsp:nvSpPr>
      <dsp:spPr>
        <a:xfrm>
          <a:off x="2187786" y="0"/>
          <a:ext cx="2187786" cy="1494551"/>
        </a:xfrm>
        <a:prstGeom prst="trapezoid">
          <a:avLst>
            <a:gd name="adj" fmla="val 7319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Alkali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Volatilization</a:t>
          </a:r>
        </a:p>
      </dsp:txBody>
      <dsp:txXfrm>
        <a:off x="2187786" y="0"/>
        <a:ext cx="2187786" cy="1494551"/>
      </dsp:txXfrm>
    </dsp:sp>
    <dsp:sp modelId="{EE90B1D8-FB71-40A5-9180-59E855B41312}">
      <dsp:nvSpPr>
        <dsp:cNvPr id="0" name=""/>
        <dsp:cNvSpPr/>
      </dsp:nvSpPr>
      <dsp:spPr>
        <a:xfrm>
          <a:off x="1093893" y="1494551"/>
          <a:ext cx="4375573" cy="1494551"/>
        </a:xfrm>
        <a:prstGeom prst="trapezoid">
          <a:avLst>
            <a:gd name="adj" fmla="val 7319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Narrow Sintering Window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1050 to 1130</a:t>
          </a:r>
          <a:r>
            <a:rPr lang="en-US" sz="1800" kern="1200" baseline="30000" dirty="0">
              <a:latin typeface="Times New Roman" panose="02020603050405020304" pitchFamily="18" charset="0"/>
              <a:cs typeface="Times New Roman" panose="02020603050405020304" pitchFamily="18" charset="0"/>
            </a:rPr>
            <a:t>0</a:t>
          </a:r>
          <a:r>
            <a:rPr lang="en-US" sz="18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59618" y="1494551"/>
        <a:ext cx="2844122" cy="1494551"/>
      </dsp:txXfrm>
    </dsp:sp>
    <dsp:sp modelId="{3540FA4E-0204-4C19-9D6A-353840098410}">
      <dsp:nvSpPr>
        <dsp:cNvPr id="0" name=""/>
        <dsp:cNvSpPr/>
      </dsp:nvSpPr>
      <dsp:spPr>
        <a:xfrm>
          <a:off x="0" y="2989102"/>
          <a:ext cx="6563360" cy="1494551"/>
        </a:xfrm>
        <a:prstGeom prst="trapezoid">
          <a:avLst>
            <a:gd name="adj" fmla="val 7319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Reduced density, high dielectric loss, and unstable piezoelectric performance.</a:t>
          </a:r>
        </a:p>
      </dsp:txBody>
      <dsp:txXfrm>
        <a:off x="1148587" y="2989102"/>
        <a:ext cx="4266184" cy="14945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87109-E2A8-485C-BD86-ED79810F1EF3}">
      <dsp:nvSpPr>
        <dsp:cNvPr id="0" name=""/>
        <dsp:cNvSpPr/>
      </dsp:nvSpPr>
      <dsp:spPr>
        <a:xfrm>
          <a:off x="2850" y="882827"/>
          <a:ext cx="2261192" cy="3165669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55" tIns="330200" rIns="119655" bIns="330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Environmental and health concern about PZT</a:t>
          </a:r>
        </a:p>
      </dsp:txBody>
      <dsp:txXfrm>
        <a:off x="2850" y="2402349"/>
        <a:ext cx="2261192" cy="1646148"/>
      </dsp:txXfrm>
    </dsp:sp>
    <dsp:sp modelId="{91A86946-AD13-4C21-A9E3-DC0A925BE7EB}">
      <dsp:nvSpPr>
        <dsp:cNvPr id="0" name=""/>
        <dsp:cNvSpPr/>
      </dsp:nvSpPr>
      <dsp:spPr>
        <a:xfrm>
          <a:off x="500312" y="1120252"/>
          <a:ext cx="1266267" cy="126626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007" tIns="12700" rIns="6700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800" kern="120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sp:txBody>
      <dsp:txXfrm>
        <a:off x="685753" y="1305693"/>
        <a:ext cx="895385" cy="895385"/>
      </dsp:txXfrm>
    </dsp:sp>
    <dsp:sp modelId="{1294121D-D15C-47CE-AD86-8FFB5B5EB4F5}">
      <dsp:nvSpPr>
        <dsp:cNvPr id="0" name=""/>
        <dsp:cNvSpPr/>
      </dsp:nvSpPr>
      <dsp:spPr>
        <a:xfrm>
          <a:off x="2490161" y="882827"/>
          <a:ext cx="2261192" cy="3165669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55" tIns="330200" rIns="119655" bIns="330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Problem of alkali volatilization controlled</a:t>
          </a:r>
        </a:p>
      </dsp:txBody>
      <dsp:txXfrm>
        <a:off x="2490161" y="2402349"/>
        <a:ext cx="2261192" cy="1646148"/>
      </dsp:txXfrm>
    </dsp:sp>
    <dsp:sp modelId="{C3FFBED4-2DAF-4261-8831-8C1DA5E0043E}">
      <dsp:nvSpPr>
        <dsp:cNvPr id="0" name=""/>
        <dsp:cNvSpPr/>
      </dsp:nvSpPr>
      <dsp:spPr>
        <a:xfrm>
          <a:off x="2987624" y="1120252"/>
          <a:ext cx="1266267" cy="126626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007" tIns="12700" rIns="6700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sp:txBody>
      <dsp:txXfrm>
        <a:off x="3173065" y="1305693"/>
        <a:ext cx="895385" cy="895385"/>
      </dsp:txXfrm>
    </dsp:sp>
    <dsp:sp modelId="{818F746A-A75E-48E7-9477-37FB9C00CA76}">
      <dsp:nvSpPr>
        <dsp:cNvPr id="0" name=""/>
        <dsp:cNvSpPr/>
      </dsp:nvSpPr>
      <dsp:spPr>
        <a:xfrm>
          <a:off x="4977473" y="882827"/>
          <a:ext cx="2261192" cy="3165669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55" tIns="330200" rIns="119655" bIns="330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Balancing between dielectric response and polarization stability</a:t>
          </a:r>
        </a:p>
      </dsp:txBody>
      <dsp:txXfrm>
        <a:off x="4977473" y="2402349"/>
        <a:ext cx="2261192" cy="1646148"/>
      </dsp:txXfrm>
    </dsp:sp>
    <dsp:sp modelId="{22C84A10-9B9C-4B83-8AFE-2221C6216FE8}">
      <dsp:nvSpPr>
        <dsp:cNvPr id="0" name=""/>
        <dsp:cNvSpPr/>
      </dsp:nvSpPr>
      <dsp:spPr>
        <a:xfrm>
          <a:off x="5474935" y="1120252"/>
          <a:ext cx="1266267" cy="126626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007" tIns="12700" rIns="6700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800" kern="120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sp:txBody>
      <dsp:txXfrm>
        <a:off x="5660376" y="1305693"/>
        <a:ext cx="895385" cy="895385"/>
      </dsp:txXfrm>
    </dsp:sp>
    <dsp:sp modelId="{2FBB097F-BB7C-4419-A80B-967E6D0996F3}">
      <dsp:nvSpPr>
        <dsp:cNvPr id="0" name=""/>
        <dsp:cNvSpPr/>
      </dsp:nvSpPr>
      <dsp:spPr>
        <a:xfrm>
          <a:off x="7464785" y="882827"/>
          <a:ext cx="2261192" cy="3165669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655" tIns="330200" rIns="119655" bIns="3302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Less explored than common KNN doping or texturing</a:t>
          </a:r>
        </a:p>
      </dsp:txBody>
      <dsp:txXfrm>
        <a:off x="7464785" y="2402349"/>
        <a:ext cx="2261192" cy="1646148"/>
      </dsp:txXfrm>
    </dsp:sp>
    <dsp:sp modelId="{0D02EA27-320F-4EE1-9F7B-74D296EDB2D2}">
      <dsp:nvSpPr>
        <dsp:cNvPr id="0" name=""/>
        <dsp:cNvSpPr/>
      </dsp:nvSpPr>
      <dsp:spPr>
        <a:xfrm>
          <a:off x="7962247" y="1120252"/>
          <a:ext cx="1266267" cy="126626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7007" tIns="12700" rIns="6700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800" kern="1200"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</a:p>
      </dsp:txBody>
      <dsp:txXfrm>
        <a:off x="8147688" y="1305693"/>
        <a:ext cx="895385" cy="8953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4CC8B9-6A81-4F6E-B660-6125F575C659}">
      <dsp:nvSpPr>
        <dsp:cNvPr id="0" name=""/>
        <dsp:cNvSpPr/>
      </dsp:nvSpPr>
      <dsp:spPr>
        <a:xfrm>
          <a:off x="1394190" y="-27643"/>
          <a:ext cx="4634514" cy="4634514"/>
        </a:xfrm>
        <a:prstGeom prst="circularArrow">
          <a:avLst>
            <a:gd name="adj1" fmla="val 5544"/>
            <a:gd name="adj2" fmla="val 330680"/>
            <a:gd name="adj3" fmla="val 13786593"/>
            <a:gd name="adj4" fmla="val 17379475"/>
            <a:gd name="adj5" fmla="val 5757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7DF14E-DA89-48F4-9F93-3E5278C05098}">
      <dsp:nvSpPr>
        <dsp:cNvPr id="0" name=""/>
        <dsp:cNvSpPr/>
      </dsp:nvSpPr>
      <dsp:spPr>
        <a:xfrm>
          <a:off x="2631358" y="842"/>
          <a:ext cx="2160178" cy="10800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KNN Processing: Sintering at 1090°C</a:t>
          </a:r>
        </a:p>
      </dsp:txBody>
      <dsp:txXfrm>
        <a:off x="2684084" y="53568"/>
        <a:ext cx="2054726" cy="974637"/>
      </dsp:txXfrm>
    </dsp:sp>
    <dsp:sp modelId="{515714E9-31E6-4390-B205-95B22E962FAE}">
      <dsp:nvSpPr>
        <dsp:cNvPr id="0" name=""/>
        <dsp:cNvSpPr/>
      </dsp:nvSpPr>
      <dsp:spPr>
        <a:xfrm>
          <a:off x="4510968" y="1366459"/>
          <a:ext cx="2160178" cy="10800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Defect Chemistry: Alkali Volatilization</a:t>
          </a:r>
        </a:p>
      </dsp:txBody>
      <dsp:txXfrm>
        <a:off x="4563694" y="1419185"/>
        <a:ext cx="2054726" cy="974637"/>
      </dsp:txXfrm>
    </dsp:sp>
    <dsp:sp modelId="{7F5810B9-1C0F-41BD-9BA7-6A5278E7A336}">
      <dsp:nvSpPr>
        <dsp:cNvPr id="0" name=""/>
        <dsp:cNvSpPr/>
      </dsp:nvSpPr>
      <dsp:spPr>
        <a:xfrm>
          <a:off x="3793021" y="3576072"/>
          <a:ext cx="2160178" cy="10800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XRD &amp;Microstructure: Porosity &amp; Secondary Phases</a:t>
          </a:r>
        </a:p>
      </dsp:txBody>
      <dsp:txXfrm>
        <a:off x="3845747" y="3628798"/>
        <a:ext cx="2054726" cy="974637"/>
      </dsp:txXfrm>
    </dsp:sp>
    <dsp:sp modelId="{55EE9DE0-0AE0-40D8-9257-B5E158A6BE2F}">
      <dsp:nvSpPr>
        <dsp:cNvPr id="0" name=""/>
        <dsp:cNvSpPr/>
      </dsp:nvSpPr>
      <dsp:spPr>
        <a:xfrm>
          <a:off x="1469695" y="3576072"/>
          <a:ext cx="2160178" cy="10800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Dielectric Relaxation &amp; Oxygen Vacancies</a:t>
          </a:r>
        </a:p>
      </dsp:txBody>
      <dsp:txXfrm>
        <a:off x="1522421" y="3628798"/>
        <a:ext cx="2054726" cy="974637"/>
      </dsp:txXfrm>
    </dsp:sp>
    <dsp:sp modelId="{5F3F5D5C-C9C2-434B-8A1B-A5E8723978BA}">
      <dsp:nvSpPr>
        <dsp:cNvPr id="0" name=""/>
        <dsp:cNvSpPr/>
      </dsp:nvSpPr>
      <dsp:spPr>
        <a:xfrm>
          <a:off x="751748" y="1366459"/>
          <a:ext cx="2160178" cy="10800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Piezoelectric Climax: Why 1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wt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% Beats 1.5 </a:t>
          </a: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wt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%</a:t>
          </a:r>
        </a:p>
      </dsp:txBody>
      <dsp:txXfrm>
        <a:off x="804474" y="1419185"/>
        <a:ext cx="2054726" cy="9746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CF43EE-D18F-4CC4-8E54-5DFD623F492D}">
      <dsp:nvSpPr>
        <dsp:cNvPr id="0" name=""/>
        <dsp:cNvSpPr/>
      </dsp:nvSpPr>
      <dsp:spPr>
        <a:xfrm>
          <a:off x="0" y="59305"/>
          <a:ext cx="5072888" cy="6563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High Crystallinity is confirmed by sharp, intense diffraction peaks.</a:t>
          </a:r>
        </a:p>
      </dsp:txBody>
      <dsp:txXfrm>
        <a:off x="32041" y="91346"/>
        <a:ext cx="5008806" cy="592288"/>
      </dsp:txXfrm>
    </dsp:sp>
    <dsp:sp modelId="{13C8AD85-7320-4A4D-A14F-76CCEA6F3AB2}">
      <dsp:nvSpPr>
        <dsp:cNvPr id="0" name=""/>
        <dsp:cNvSpPr/>
      </dsp:nvSpPr>
      <dsp:spPr>
        <a:xfrm>
          <a:off x="0" y="764635"/>
          <a:ext cx="5072888" cy="6563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Primary Phase: </a:t>
          </a: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KNN (K</a:t>
          </a:r>
          <a:r>
            <a:rPr lang="en-US" sz="1700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0.5</a:t>
          </a:r>
          <a:r>
            <a:rPr lang="en-US" sz="17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Na</a:t>
          </a:r>
          <a:r>
            <a:rPr lang="en-US" sz="1700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0.5</a:t>
          </a:r>
          <a:r>
            <a:rPr lang="en-US" sz="17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NbO</a:t>
          </a:r>
          <a:r>
            <a:rPr lang="en-US" sz="1700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sz="17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US" sz="1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041" y="796676"/>
        <a:ext cx="5008806" cy="592288"/>
      </dsp:txXfrm>
    </dsp:sp>
    <dsp:sp modelId="{ABAF667D-E238-4202-9DBB-106329DD3E3D}">
      <dsp:nvSpPr>
        <dsp:cNvPr id="0" name=""/>
        <dsp:cNvSpPr/>
      </dsp:nvSpPr>
      <dsp:spPr>
        <a:xfrm>
          <a:off x="0" y="1469965"/>
          <a:ext cx="5072888" cy="6563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Space Group:</a:t>
          </a: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Amm2 (Ref: JCPDS 01-085-7128).</a:t>
          </a:r>
        </a:p>
      </dsp:txBody>
      <dsp:txXfrm>
        <a:off x="32041" y="1502006"/>
        <a:ext cx="5008806" cy="592288"/>
      </dsp:txXfrm>
    </dsp:sp>
    <dsp:sp modelId="{88D8A097-7DF3-4CC0-AD7D-578D3644FAD8}">
      <dsp:nvSpPr>
        <dsp:cNvPr id="0" name=""/>
        <dsp:cNvSpPr/>
      </dsp:nvSpPr>
      <dsp:spPr>
        <a:xfrm>
          <a:off x="0" y="2175295"/>
          <a:ext cx="5072888" cy="6563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Secondary Phase:</a:t>
          </a: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Trace Potassium Niobium Oxide (K</a:t>
          </a:r>
          <a:r>
            <a:rPr lang="en-US" sz="1700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6</a:t>
          </a: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Nb</a:t>
          </a:r>
          <a:r>
            <a:rPr lang="en-US" sz="1700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10.8</a:t>
          </a: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</a:t>
          </a:r>
          <a:r>
            <a:rPr lang="en-US" sz="1700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30</a:t>
          </a: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).</a:t>
          </a:r>
        </a:p>
      </dsp:txBody>
      <dsp:txXfrm>
        <a:off x="32041" y="2207336"/>
        <a:ext cx="5008806" cy="592288"/>
      </dsp:txXfrm>
    </dsp:sp>
    <dsp:sp modelId="{DE076E4B-7016-4CA4-B500-BC4D06307326}">
      <dsp:nvSpPr>
        <dsp:cNvPr id="0" name=""/>
        <dsp:cNvSpPr/>
      </dsp:nvSpPr>
      <dsp:spPr>
        <a:xfrm>
          <a:off x="0" y="2880625"/>
          <a:ext cx="5072888" cy="6563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Secondary Symmetry:</a:t>
          </a:r>
          <a:r>
            <a:rPr lang="en-US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Tetragonal (Ref: JCPDS 01-070-5051).</a:t>
          </a:r>
        </a:p>
      </dsp:txBody>
      <dsp:txXfrm>
        <a:off x="32041" y="2912666"/>
        <a:ext cx="5008806" cy="5922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CF43EE-D18F-4CC4-8E54-5DFD623F492D}">
      <dsp:nvSpPr>
        <dsp:cNvPr id="0" name=""/>
        <dsp:cNvSpPr/>
      </dsp:nvSpPr>
      <dsp:spPr>
        <a:xfrm>
          <a:off x="0" y="248890"/>
          <a:ext cx="5072888" cy="7335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Diffraction pattern confirms three distinct phases in the pure </a:t>
          </a:r>
          <a:r>
            <a:rPr lang="en-US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BCHfT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ceramic.</a:t>
          </a:r>
        </a:p>
      </dsp:txBody>
      <dsp:txXfrm>
        <a:off x="35811" y="284701"/>
        <a:ext cx="5001266" cy="661968"/>
      </dsp:txXfrm>
    </dsp:sp>
    <dsp:sp modelId="{13C8AD85-7320-4A4D-A14F-76CCEA6F3AB2}">
      <dsp:nvSpPr>
        <dsp:cNvPr id="0" name=""/>
        <dsp:cNvSpPr/>
      </dsp:nvSpPr>
      <dsp:spPr>
        <a:xfrm>
          <a:off x="0" y="1037200"/>
          <a:ext cx="5072888" cy="7335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BaTiO</a:t>
          </a:r>
          <a:r>
            <a:rPr lang="en-US" sz="1900" b="1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Phase: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Hexagonal structure (Ref: JCPDS 00-013-0379).</a:t>
          </a:r>
        </a:p>
      </dsp:txBody>
      <dsp:txXfrm>
        <a:off x="35811" y="1073011"/>
        <a:ext cx="5001266" cy="661968"/>
      </dsp:txXfrm>
    </dsp:sp>
    <dsp:sp modelId="{ABAF667D-E238-4202-9DBB-106329DD3E3D}">
      <dsp:nvSpPr>
        <dsp:cNvPr id="0" name=""/>
        <dsp:cNvSpPr/>
      </dsp:nvSpPr>
      <dsp:spPr>
        <a:xfrm>
          <a:off x="0" y="1825510"/>
          <a:ext cx="5072888" cy="7335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CaTiO</a:t>
          </a:r>
          <a:r>
            <a:rPr lang="en-US" sz="1900" b="1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Phase: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Orthorhombic perovskite, Space Group: </a:t>
          </a:r>
          <a:r>
            <a:rPr lang="en-US" sz="19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Pbnm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(Ref: JCPDS 01-070-8503).</a:t>
          </a:r>
        </a:p>
      </dsp:txBody>
      <dsp:txXfrm>
        <a:off x="35811" y="1861321"/>
        <a:ext cx="5001266" cy="661968"/>
      </dsp:txXfrm>
    </dsp:sp>
    <dsp:sp modelId="{88D8A097-7DF3-4CC0-AD7D-578D3644FAD8}">
      <dsp:nvSpPr>
        <dsp:cNvPr id="0" name=""/>
        <dsp:cNvSpPr/>
      </dsp:nvSpPr>
      <dsp:spPr>
        <a:xfrm>
          <a:off x="0" y="2613820"/>
          <a:ext cx="5072888" cy="7335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HfTiO</a:t>
          </a:r>
          <a:r>
            <a:rPr lang="en-US" sz="1900" b="1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Phase: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Hexagonal structure, Space Group: P6/mmm (Ref: JCPDS 00-034-0884).</a:t>
          </a:r>
        </a:p>
      </dsp:txBody>
      <dsp:txXfrm>
        <a:off x="35811" y="2649631"/>
        <a:ext cx="5001266" cy="66196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D3727B-1E63-44D5-B726-9B36CC513E1E}">
      <dsp:nvSpPr>
        <dsp:cNvPr id="0" name=""/>
        <dsp:cNvSpPr/>
      </dsp:nvSpPr>
      <dsp:spPr>
        <a:xfrm>
          <a:off x="0" y="214061"/>
          <a:ext cx="4976108" cy="12893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Apparent activation energy increases with measuring frequency, suggesting that high-frequency dielectric response requires a higher energy barrier for charge-carrier hopping.</a:t>
          </a:r>
        </a:p>
      </dsp:txBody>
      <dsp:txXfrm>
        <a:off x="62940" y="277001"/>
        <a:ext cx="4850228" cy="1163460"/>
      </dsp:txXfrm>
    </dsp:sp>
    <dsp:sp modelId="{FA7D3B76-FB9D-409F-B755-77C9B2E8C89E}">
      <dsp:nvSpPr>
        <dsp:cNvPr id="0" name=""/>
        <dsp:cNvSpPr/>
      </dsp:nvSpPr>
      <dsp:spPr>
        <a:xfrm>
          <a:off x="0" y="1558121"/>
          <a:ext cx="4976108" cy="1289340"/>
        </a:xfrm>
        <a:prstGeom prst="roundRect">
          <a:avLst/>
        </a:prstGeom>
        <a:solidFill>
          <a:srgbClr val="FFC000"/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defect I worried about at the start, is the same defect that controlling conduction at the end.</a:t>
          </a:r>
        </a:p>
      </dsp:txBody>
      <dsp:txXfrm>
        <a:off x="62940" y="1621061"/>
        <a:ext cx="4850228" cy="11634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640F3-6CC8-49DF-8076-C66B06E5A728}">
      <dsp:nvSpPr>
        <dsp:cNvPr id="0" name=""/>
        <dsp:cNvSpPr/>
      </dsp:nvSpPr>
      <dsp:spPr>
        <a:xfrm>
          <a:off x="0" y="0"/>
          <a:ext cx="8722038" cy="1067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KNN–1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wt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%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BCHfT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shows the highest unpoled d₃₃ value of 15.5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pC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/N, indicating an improved preliminary piezoelectric response compared with pure KNN.</a:t>
          </a:r>
        </a:p>
      </dsp:txBody>
      <dsp:txXfrm>
        <a:off x="52089" y="52089"/>
        <a:ext cx="8617860" cy="962862"/>
      </dsp:txXfrm>
    </dsp:sp>
    <dsp:sp modelId="{987E4674-80D4-43C5-91FE-E1DBB59F0F7B}">
      <dsp:nvSpPr>
        <dsp:cNvPr id="0" name=""/>
        <dsp:cNvSpPr/>
      </dsp:nvSpPr>
      <dsp:spPr>
        <a:xfrm>
          <a:off x="0" y="1246343"/>
          <a:ext cx="8722038" cy="1067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Further increase of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BCHfT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to 1.5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wt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% reduces d₃₃ to 12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pC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/N, suggesting that excess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BCHfT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may introduce defect/interface effects that limit piezoelectric response.</a:t>
          </a:r>
        </a:p>
      </dsp:txBody>
      <dsp:txXfrm>
        <a:off x="52089" y="1298432"/>
        <a:ext cx="8617860" cy="962862"/>
      </dsp:txXfrm>
    </dsp:sp>
    <dsp:sp modelId="{4AF13DF0-5AEE-40D3-B2DB-D2B41ECEDAF7}">
      <dsp:nvSpPr>
        <dsp:cNvPr id="0" name=""/>
        <dsp:cNvSpPr/>
      </dsp:nvSpPr>
      <dsp:spPr>
        <a:xfrm>
          <a:off x="0" y="2477543"/>
          <a:ext cx="8722038" cy="1067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Since the samples are unpoled, these values represent preliminary behavior; proper poling is required for reliable and optimized d₃₃ measurement.</a:t>
          </a:r>
        </a:p>
      </dsp:txBody>
      <dsp:txXfrm>
        <a:off x="52089" y="2529632"/>
        <a:ext cx="8617860" cy="96286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0860A8-E494-4F78-A73A-2D84BCDD8DD7}">
      <dsp:nvSpPr>
        <dsp:cNvPr id="0" name=""/>
        <dsp:cNvSpPr/>
      </dsp:nvSpPr>
      <dsp:spPr>
        <a:xfrm rot="5400000">
          <a:off x="-208206" y="210873"/>
          <a:ext cx="1388040" cy="9716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sp:txBody>
      <dsp:txXfrm rot="-5400000">
        <a:off x="0" y="488481"/>
        <a:ext cx="971628" cy="416412"/>
      </dsp:txXfrm>
    </dsp:sp>
    <dsp:sp modelId="{CC7A503B-956D-40CE-BFE2-53DC885BF107}">
      <dsp:nvSpPr>
        <dsp:cNvPr id="0" name=""/>
        <dsp:cNvSpPr/>
      </dsp:nvSpPr>
      <dsp:spPr>
        <a:xfrm rot="5400000">
          <a:off x="3767819" y="-2793524"/>
          <a:ext cx="902226" cy="64946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SEM analysis of other compositions</a:t>
          </a:r>
        </a:p>
      </dsp:txBody>
      <dsp:txXfrm rot="-5400000">
        <a:off x="971629" y="46709"/>
        <a:ext cx="6450565" cy="814140"/>
      </dsp:txXfrm>
    </dsp:sp>
    <dsp:sp modelId="{F12F34D5-E874-4CF1-8788-0E1071FC1B1C}">
      <dsp:nvSpPr>
        <dsp:cNvPr id="0" name=""/>
        <dsp:cNvSpPr/>
      </dsp:nvSpPr>
      <dsp:spPr>
        <a:xfrm rot="5400000">
          <a:off x="-208206" y="1453746"/>
          <a:ext cx="1388040" cy="9716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sp:txBody>
      <dsp:txXfrm rot="-5400000">
        <a:off x="0" y="1731354"/>
        <a:ext cx="971628" cy="416412"/>
      </dsp:txXfrm>
    </dsp:sp>
    <dsp:sp modelId="{511B4842-7BBA-4C00-9650-34C0A7DC10A5}">
      <dsp:nvSpPr>
        <dsp:cNvPr id="0" name=""/>
        <dsp:cNvSpPr/>
      </dsp:nvSpPr>
      <dsp:spPr>
        <a:xfrm rot="5400000">
          <a:off x="3767819" y="-1550651"/>
          <a:ext cx="902226" cy="64946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</a:t>
          </a:r>
          <a:r>
            <a:rPr lang="en-US" sz="2900" kern="1200" baseline="-25000" dirty="0">
              <a:latin typeface="Times New Roman" panose="02020603050405020304" pitchFamily="18" charset="0"/>
              <a:cs typeface="Times New Roman" panose="02020603050405020304" pitchFamily="18" charset="0"/>
            </a:rPr>
            <a:t>33</a:t>
          </a:r>
          <a:r>
            <a:rPr lang="en-US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measurement with poling</a:t>
          </a:r>
        </a:p>
      </dsp:txBody>
      <dsp:txXfrm rot="-5400000">
        <a:off x="971629" y="1289582"/>
        <a:ext cx="6450565" cy="814140"/>
      </dsp:txXfrm>
    </dsp:sp>
    <dsp:sp modelId="{EE4B0768-0CBC-4AFC-82D0-9DAA7EADA660}">
      <dsp:nvSpPr>
        <dsp:cNvPr id="0" name=""/>
        <dsp:cNvSpPr/>
      </dsp:nvSpPr>
      <dsp:spPr>
        <a:xfrm rot="5400000">
          <a:off x="-208206" y="2696619"/>
          <a:ext cx="1388040" cy="9716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sp:txBody>
      <dsp:txXfrm rot="-5400000">
        <a:off x="0" y="2974227"/>
        <a:ext cx="971628" cy="416412"/>
      </dsp:txXfrm>
    </dsp:sp>
    <dsp:sp modelId="{87CAB894-8799-4949-B13A-4974559B64A3}">
      <dsp:nvSpPr>
        <dsp:cNvPr id="0" name=""/>
        <dsp:cNvSpPr/>
      </dsp:nvSpPr>
      <dsp:spPr>
        <a:xfrm rot="5400000">
          <a:off x="3767819" y="-307777"/>
          <a:ext cx="902226" cy="64946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P-E hysteresis loop</a:t>
          </a:r>
        </a:p>
      </dsp:txBody>
      <dsp:txXfrm rot="-5400000">
        <a:off x="971629" y="2532456"/>
        <a:ext cx="6450565" cy="814140"/>
      </dsp:txXfrm>
    </dsp:sp>
    <dsp:sp modelId="{190FE82C-7661-4B9D-8408-5D63BFDB0514}">
      <dsp:nvSpPr>
        <dsp:cNvPr id="0" name=""/>
        <dsp:cNvSpPr/>
      </dsp:nvSpPr>
      <dsp:spPr>
        <a:xfrm rot="5400000">
          <a:off x="-208206" y="3939492"/>
          <a:ext cx="1388040" cy="97162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</a:p>
      </dsp:txBody>
      <dsp:txXfrm rot="-5400000">
        <a:off x="0" y="4217100"/>
        <a:ext cx="971628" cy="416412"/>
      </dsp:txXfrm>
    </dsp:sp>
    <dsp:sp modelId="{20E87A75-CF66-47CC-8E08-DB6C6FA04847}">
      <dsp:nvSpPr>
        <dsp:cNvPr id="0" name=""/>
        <dsp:cNvSpPr/>
      </dsp:nvSpPr>
      <dsp:spPr>
        <a:xfrm rot="5400000">
          <a:off x="3767819" y="935095"/>
          <a:ext cx="902226" cy="64946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Density, porosity and electrode quality measurements</a:t>
          </a:r>
        </a:p>
      </dsp:txBody>
      <dsp:txXfrm rot="-5400000">
        <a:off x="971629" y="3775329"/>
        <a:ext cx="6450565" cy="8141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24/layout/NumberedTitleList#2">
  <dgm:title val=""/>
  <dgm:desc val=""/>
  <dgm:catLst>
    <dgm:cat type="list" pri="815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18F8BD62-68BC-4C73-8F45-8F13EFF3E430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0C295F38-C93A-468F-8F65-5F7C2EA58CD9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1A01CBD0-2019-4E7B-BF74-C813198E21D2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4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75"/>
          <dgm:constr type="r" for="ch" forName="nodeText" refType="r" refFor="ch" refForName="bgRect"/>
          <dgm:constr type="h" for="ch" forName="nodeText" refType="h" refFor="ch" refForName="bgRect" fact="0.52"/>
          <dgm:constr type="t" for="ch" forName="nodeText" refType="h" refFor="ch" refForName="bgRect" fact="0.48"/>
        </dgm:constrLst>
        <dgm:ruleLst/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15"/>
              <dgm:constr type="rMarg" refType="w" fact="0.15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nodeText" styleLbl="bgAccFollowNode1" moveWith="bgRect">
          <dgm:varLst>
            <dgm:bulletEnabled val="1"/>
          </dgm:varLst>
          <dgm:alg type="tx">
            <dgm:param type="parTxLTRAlign" val="ctr"/>
            <dgm:param type="parTxRTLAlign" val="r"/>
            <dgm:param type="txAnchorVert" val="mid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32"/>
            <dgm:constr type="tMarg" val="26"/>
            <dgm:constr type="lMarg" refType="w" fact="0.15"/>
            <dgm:constr type="rMarg" refType="w" fact="0.1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813671-AA86-BA73-D394-CA6BA92D13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B23BA3-3EEC-3F82-D770-049BDB5B6C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3F60C-8D32-4EDC-B047-03D30A046C66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AD83F-49E7-4BC8-B3BA-C9E7734FD3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84F0-2827-94E2-5B75-4011534614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0E43A-A53B-4DE0-8EB9-1333B1583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66159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6/12/2026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1685989-484F-8EA7-7380-3E6441FE36F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A5396F9-CA65-2DB4-C4CD-804973FBFA7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226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E2292-4C2A-AFAA-6000-39FFCA2A7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84BDD-CB59-5561-74A6-68CAF3A0D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210AF-1C5A-C60B-32A2-41E4DEF0C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BF631-0582-9E28-22B3-4DE4AD52C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C7DF455-67CB-3A34-3E5C-6025483824B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075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76F79F2-3AFA-C03C-4ABA-B530F4938DB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19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CC421-5B5B-E965-481B-32B0770C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6680F-BAC3-E004-B5E3-FEC863309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5388E-D34F-C7BB-D2BF-1D23749C3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004EA-F63E-AE62-07DD-D45E3C836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71B8BA1-76BF-EC63-CC1B-FBE53450D26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945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F7B4E-C0A1-A161-2202-42C54DAEB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C964B-C665-3CBE-61F3-7BB521C2D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C4A10-32A5-4A05-FBE7-68DF94E0D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B63C6-5EDA-63BE-70E4-4E6CCE4BE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D992A12-79EF-9947-893C-7C6CA056E74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54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62474-22AE-0449-C259-2F01C4B31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F350A-DCC7-A66B-8657-CB62B478B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9F259-AAB8-7033-D20F-59DABE67F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B5AB6-C02A-138E-ED00-FDD527979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81A6880-C992-E2C9-304C-06B04683C8C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831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E44BF-CBD5-600C-45C0-6ABA63459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FD6E5-42BE-8D7D-BF11-769946E30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C01B0-39EC-5A06-C80D-88DBBC0BA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5F0CB-9CEC-75B0-0206-F754DAC8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483D97C-23BB-DC8C-219B-FB4D9ADE534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563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E6EFB-D27A-3FD9-C37A-CEFD5BB6E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B80B9-ED91-6504-0EE5-A7765396A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4C5A5-CE64-43E4-AA16-ABEC17CE5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47A63-64DE-65A1-7C4F-46421960E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170B1E2-63D5-38E4-6C13-2AC3461D5D8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729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3EC4F-7D2E-0CB4-ECB3-2F416FA3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4A4C4-4BC1-FFCA-47C5-86700D7D6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A9130-09AC-31CD-686A-60D34A0C7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52C05-FC1E-5465-0862-A430B4811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27CAD3B-C1A9-A054-FEA6-B052649102F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043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A6D2-B407-52BC-19B0-DF20779C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3931A-12BD-7994-0564-ECCBA822B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2E305-9D99-337F-2E65-6E6A3421C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11FFF-41A8-6541-4268-A5B587DB4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5E545C75-8B42-9121-FBC8-0D698B86F19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68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44700-F772-267E-52F8-6F28C4C2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E4C90-8E97-219E-05D9-80FC30AD0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3F04F-3033-194F-6691-15B3FB389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77671-6878-868A-68EA-C07E2CD3C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56B55E3-3F75-5542-FC80-8E4EF7850BC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357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35C5B-4BD9-709E-7ED0-D0382A360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E50EF-53F2-43C2-0543-E6F2EABF5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E172C-E989-58AD-9048-FF9759149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55889-8876-8ABD-3B70-3E4286132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6389374-6701-3AF2-0E4A-80959D1480B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571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E793C-952C-4A7E-FD7A-A012A7CF5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B01B2-A557-8672-D5E0-71B72CA52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3E616-EE9A-3C59-B0F2-974C55434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F1214-A5BB-E1C9-B7FC-D87BDCB01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897FFAA-6D0F-E824-7378-8F9297F4018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78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jp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F0D6FD-67D2-C82C-F248-9B25C46999CE}"/>
              </a:ext>
            </a:extLst>
          </p:cNvPr>
          <p:cNvSpPr txBox="1"/>
          <p:nvPr userDrawn="1"/>
        </p:nvSpPr>
        <p:spPr>
          <a:xfrm>
            <a:off x="0" y="6519446"/>
            <a:ext cx="5071773" cy="338554"/>
          </a:xfrm>
          <a:prstGeom prst="rect">
            <a:avLst/>
          </a:prstGeom>
          <a:solidFill>
            <a:srgbClr val="C00000">
              <a:alpha val="42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alpha val="63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METALLURGICAL ENGINEERING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9DC3E2-60A5-7B4B-1E9B-23503DF579A2}"/>
              </a:ext>
            </a:extLst>
          </p:cNvPr>
          <p:cNvSpPr/>
          <p:nvPr userDrawn="1"/>
        </p:nvSpPr>
        <p:spPr>
          <a:xfrm>
            <a:off x="11076317" y="0"/>
            <a:ext cx="1115683" cy="1115683"/>
          </a:xfrm>
          <a:prstGeom prst="rect">
            <a:avLst/>
          </a:prstGeom>
          <a:blipFill dpi="0" rotWithShape="1">
            <a:blip r:embed="rId48">
              <a:alphaModFix amt="5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210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3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53.pn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6.TIF"/><Relationship Id="rId4" Type="http://schemas.openxmlformats.org/officeDocument/2006/relationships/image" Target="../media/image55.T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469" y="594708"/>
            <a:ext cx="11520036" cy="2621154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 of Dielectric and Piezoelectric Properties of KNN (K</a:t>
            </a:r>
            <a:r>
              <a:rPr 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NbO</a:t>
            </a:r>
            <a:r>
              <a:rPr 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</a:t>
            </a:r>
            <a:r>
              <a:rPr 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0.85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0.15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Hf</a:t>
            </a:r>
            <a:r>
              <a:rPr 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Composite Ceramics</a:t>
            </a:r>
            <a:endParaRPr lang="en-US" sz="4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669280"/>
            <a:ext cx="5080000" cy="118872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PRITOM MAJUMDER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2011011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05B91-33ED-2992-F362-ED0035C745AD}"/>
              </a:ext>
            </a:extLst>
          </p:cNvPr>
          <p:cNvSpPr txBox="1"/>
          <p:nvPr/>
        </p:nvSpPr>
        <p:spPr>
          <a:xfrm>
            <a:off x="9259062" y="5103674"/>
            <a:ext cx="2932938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Examiners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Md. Aminul Islam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Fahmida Gulshan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Mamun Al Rashed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Md.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Miftaur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4320"/>
            <a:ext cx="3575304" cy="1024128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531548B-563F-596B-5FE3-279C1CD5AF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5644144"/>
              </p:ext>
            </p:extLst>
          </p:nvPr>
        </p:nvGraphicFramePr>
        <p:xfrm>
          <a:off x="429768" y="1437795"/>
          <a:ext cx="11449812" cy="4410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98E75-E062-C76C-A66A-05F0BD202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409095"/>
            <a:ext cx="9014580" cy="8503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research matters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3023-2343-1FA3-907E-DA9D7821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AF8C6-AC10-536E-5742-5B6E8793A51D}"/>
              </a:ext>
            </a:extLst>
          </p:cNvPr>
          <p:cNvSpPr txBox="1"/>
          <p:nvPr/>
        </p:nvSpPr>
        <p:spPr>
          <a:xfrm>
            <a:off x="1075157" y="1259487"/>
            <a:ext cx="4395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ENVIRONMENTAL CHALLENGE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A65F051-6355-2D2B-9F01-6B6230673A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6495453"/>
              </p:ext>
            </p:extLst>
          </p:nvPr>
        </p:nvGraphicFramePr>
        <p:xfrm>
          <a:off x="1350458" y="1923193"/>
          <a:ext cx="6156766" cy="3675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3D364E5-032A-8329-1D19-34DA6F90D1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7025" y="2277127"/>
            <a:ext cx="3751406" cy="25326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D711D0-E5DB-7D3F-B7D9-E4BEE5A5D48B}"/>
              </a:ext>
            </a:extLst>
          </p:cNvPr>
          <p:cNvSpPr txBox="1"/>
          <p:nvPr/>
        </p:nvSpPr>
        <p:spPr>
          <a:xfrm>
            <a:off x="7949012" y="4924750"/>
            <a:ext cx="3647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1: Perovskite structure of Pb(Zr</a:t>
            </a:r>
            <a:r>
              <a:rPr lang="en-US" baseline="-25000" dirty="0"/>
              <a:t>x</a:t>
            </a:r>
            <a:r>
              <a:rPr lang="en-US" dirty="0"/>
              <a:t>Ti</a:t>
            </a:r>
            <a:r>
              <a:rPr lang="en-US" baseline="-25000" dirty="0"/>
              <a:t>1-x</a:t>
            </a:r>
            <a:r>
              <a:rPr lang="en-US" dirty="0"/>
              <a:t>)O</a:t>
            </a:r>
            <a:r>
              <a:rPr lang="en-US" baseline="-25000" dirty="0"/>
              <a:t>3</a:t>
            </a:r>
            <a:r>
              <a:rPr lang="en-US" dirty="0"/>
              <a:t> (PZT) [1].</a:t>
            </a:r>
          </a:p>
        </p:txBody>
      </p:sp>
    </p:spTree>
    <p:extLst>
      <p:ext uri="{BB962C8B-B14F-4D97-AF65-F5344CB8AC3E}">
        <p14:creationId xmlns:p14="http://schemas.microsoft.com/office/powerpoint/2010/main" val="2863999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88372-E45F-BA4B-F142-90A1828A7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E66B2-65AC-53D0-931D-65E28ABA3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409095"/>
            <a:ext cx="9014580" cy="8503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research matters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7CA6A-435F-FAA0-BCD2-4B12EB34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37D9F-5EE5-13A5-0DC0-464D150348DE}"/>
              </a:ext>
            </a:extLst>
          </p:cNvPr>
          <p:cNvSpPr txBox="1"/>
          <p:nvPr/>
        </p:nvSpPr>
        <p:spPr>
          <a:xfrm>
            <a:off x="1075157" y="1259487"/>
            <a:ext cx="4395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ENVIRONMENTAL CHALLENGE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30C472E-36A3-3482-A930-28FC56BD38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0743675"/>
              </p:ext>
            </p:extLst>
          </p:nvPr>
        </p:nvGraphicFramePr>
        <p:xfrm>
          <a:off x="1421328" y="1161288"/>
          <a:ext cx="8099552" cy="4318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343292A-E84B-026A-146C-6F196C3DE26B}"/>
              </a:ext>
            </a:extLst>
          </p:cNvPr>
          <p:cNvSpPr txBox="1"/>
          <p:nvPr/>
        </p:nvSpPr>
        <p:spPr>
          <a:xfrm>
            <a:off x="1737078" y="4925967"/>
            <a:ext cx="3072104" cy="110799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600" b="1" i="0" u="none" strike="noStrike" dirty="0">
                <a:solidFill>
                  <a:srgbClr val="11CA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  <a:endParaRPr lang="en-US" sz="6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2EB32A-2244-D966-3A42-5FE46BAFE896}"/>
              </a:ext>
            </a:extLst>
          </p:cNvPr>
          <p:cNvSpPr txBox="1"/>
          <p:nvPr/>
        </p:nvSpPr>
        <p:spPr>
          <a:xfrm>
            <a:off x="2517537" y="6121192"/>
            <a:ext cx="1511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LEAD-FREE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ABE603-6137-8A78-0890-2FF0C6C2A531}"/>
              </a:ext>
            </a:extLst>
          </p:cNvPr>
          <p:cNvSpPr txBox="1"/>
          <p:nvPr/>
        </p:nvSpPr>
        <p:spPr>
          <a:xfrm>
            <a:off x="5124932" y="4971577"/>
            <a:ext cx="609447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 mission is to develop a viable, environmentally friendly piezoceramic that perfectly balances high dielectric permittivity, low loss, and strong electromechanical coupling for next-generation sensors and transducers.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466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BE5AE-4955-8D72-24E6-CC1CF4FF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4113-FF2E-E16D-9678-F5C16A4F2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409095"/>
            <a:ext cx="9014580" cy="8503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research matters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40DD2-E392-D46D-4E88-262812B7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D42783-D5E9-D412-9B38-4FCE72110D1E}"/>
              </a:ext>
            </a:extLst>
          </p:cNvPr>
          <p:cNvSpPr txBox="1"/>
          <p:nvPr/>
        </p:nvSpPr>
        <p:spPr>
          <a:xfrm>
            <a:off x="987552" y="1259487"/>
            <a:ext cx="648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PROMISE &amp; PROBLEM OF LEAD FREE SOLELY KNN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D5B77-2B62-890D-C5BF-F2854118E5BF}"/>
              </a:ext>
            </a:extLst>
          </p:cNvPr>
          <p:cNvSpPr txBox="1"/>
          <p:nvPr/>
        </p:nvSpPr>
        <p:spPr>
          <a:xfrm>
            <a:off x="1291590" y="2081160"/>
            <a:ext cx="52422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K₀.₅Na₀.₅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₃ (KNN) is a lead-free perovskite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piezoceramic.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Environmentally safer than lead-based PZT.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ferroelectric and piezoelectric behavior.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relatively high Curie temperature above 400 °C.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sensors, actuators, transducers, and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harvesting.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762476-39F7-44F0-E5BA-97CAF9CF3042}"/>
              </a:ext>
            </a:extLst>
          </p:cNvPr>
          <p:cNvSpPr txBox="1"/>
          <p:nvPr/>
        </p:nvSpPr>
        <p:spPr>
          <a:xfrm>
            <a:off x="987552" y="1272417"/>
            <a:ext cx="648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PROMISE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PROBLEM OF LEAD FREE SOLELY KNN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1274F3-794C-69D4-F667-05E6D7D8CE9F}"/>
              </a:ext>
            </a:extLst>
          </p:cNvPr>
          <p:cNvSpPr txBox="1"/>
          <p:nvPr/>
        </p:nvSpPr>
        <p:spPr>
          <a:xfrm>
            <a:off x="1291590" y="5434674"/>
            <a:ext cx="10512478" cy="101566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The future of piezoelectric ceramics depends on replacing toxic lead-based PZT with environmentally safe lead-free alternatives like KNN, without sacrificing functional performance.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52BF62-D093-B83E-0276-DD7104D4B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198" y="1457083"/>
            <a:ext cx="4722802" cy="375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757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59E26-D6F9-169E-E085-3D4CECBFA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D7C04-ECAB-132B-71E7-E25DEB463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409095"/>
            <a:ext cx="9014580" cy="8503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research matters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B1F01-C5C4-7DC6-97A1-B60DD0611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C088D-0C23-185E-C0CE-48C478FC22B2}"/>
              </a:ext>
            </a:extLst>
          </p:cNvPr>
          <p:cNvSpPr txBox="1"/>
          <p:nvPr/>
        </p:nvSpPr>
        <p:spPr>
          <a:xfrm>
            <a:off x="987552" y="1259487"/>
            <a:ext cx="648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PROMISE &amp; PROBLEM OF LEAD FREE SOLELY KNN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264F90-DC56-E915-AB60-4C139CCDD726}"/>
              </a:ext>
            </a:extLst>
          </p:cNvPr>
          <p:cNvSpPr txBox="1"/>
          <p:nvPr/>
        </p:nvSpPr>
        <p:spPr>
          <a:xfrm>
            <a:off x="987552" y="1272417"/>
            <a:ext cx="648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PROMISE &amp;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OF LEAD FREE SOLELY KNN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57E510B-2893-7902-E9F6-9F97AF46C6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9103"/>
              </p:ext>
            </p:extLst>
          </p:nvPr>
        </p:nvGraphicFramePr>
        <p:xfrm>
          <a:off x="905838" y="1819271"/>
          <a:ext cx="6563360" cy="4483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1370B856-9BDD-0090-7A22-2DC1E9014318}"/>
              </a:ext>
            </a:extLst>
          </p:cNvPr>
          <p:cNvGrpSpPr/>
          <p:nvPr/>
        </p:nvGrpSpPr>
        <p:grpSpPr>
          <a:xfrm>
            <a:off x="7013449" y="1940758"/>
            <a:ext cx="4542756" cy="3335330"/>
            <a:chOff x="2693227" y="1294206"/>
            <a:chExt cx="6805545" cy="4843683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5F176A34-EE3F-2EDF-C9F0-6418A50F43D6}"/>
                </a:ext>
              </a:extLst>
            </p:cNvPr>
            <p:cNvSpPr/>
            <p:nvPr/>
          </p:nvSpPr>
          <p:spPr>
            <a:xfrm>
              <a:off x="2693227" y="1294206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AD11807B-8CFC-4142-B417-5B9B5A1B2FC5}"/>
                </a:ext>
              </a:extLst>
            </p:cNvPr>
            <p:cNvSpPr/>
            <p:nvPr/>
          </p:nvSpPr>
          <p:spPr>
            <a:xfrm>
              <a:off x="3580845" y="1294206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EE4217AB-69EF-1AFA-4869-3B51400FEC2E}"/>
                </a:ext>
              </a:extLst>
            </p:cNvPr>
            <p:cNvSpPr/>
            <p:nvPr/>
          </p:nvSpPr>
          <p:spPr>
            <a:xfrm>
              <a:off x="4469166" y="1294206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Arrow: Chevron 15">
              <a:extLst>
                <a:ext uri="{FF2B5EF4-FFF2-40B4-BE49-F238E27FC236}">
                  <a16:creationId xmlns:a16="http://schemas.microsoft.com/office/drawing/2014/main" id="{A6C96B99-1282-8355-3FAF-C64FAF9A1A3C}"/>
                </a:ext>
              </a:extLst>
            </p:cNvPr>
            <p:cNvSpPr/>
            <p:nvPr/>
          </p:nvSpPr>
          <p:spPr>
            <a:xfrm>
              <a:off x="5356785" y="1294206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Arrow: Chevron 16">
              <a:extLst>
                <a:ext uri="{FF2B5EF4-FFF2-40B4-BE49-F238E27FC236}">
                  <a16:creationId xmlns:a16="http://schemas.microsoft.com/office/drawing/2014/main" id="{50636161-9241-02F7-322D-2618E5045E1A}"/>
                </a:ext>
              </a:extLst>
            </p:cNvPr>
            <p:cNvSpPr/>
            <p:nvPr/>
          </p:nvSpPr>
          <p:spPr>
            <a:xfrm>
              <a:off x="6245105" y="1294206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Arrow: Chevron 17">
              <a:extLst>
                <a:ext uri="{FF2B5EF4-FFF2-40B4-BE49-F238E27FC236}">
                  <a16:creationId xmlns:a16="http://schemas.microsoft.com/office/drawing/2014/main" id="{C0E02949-368F-BC6B-68CA-1F92F1F85A39}"/>
                </a:ext>
              </a:extLst>
            </p:cNvPr>
            <p:cNvSpPr/>
            <p:nvPr/>
          </p:nvSpPr>
          <p:spPr>
            <a:xfrm>
              <a:off x="7132724" y="1294206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Arrow: Chevron 18">
              <a:extLst>
                <a:ext uri="{FF2B5EF4-FFF2-40B4-BE49-F238E27FC236}">
                  <a16:creationId xmlns:a16="http://schemas.microsoft.com/office/drawing/2014/main" id="{3F6DD9C2-E880-EF6C-4444-0A5339038300}"/>
                </a:ext>
              </a:extLst>
            </p:cNvPr>
            <p:cNvSpPr/>
            <p:nvPr/>
          </p:nvSpPr>
          <p:spPr>
            <a:xfrm>
              <a:off x="8021045" y="1294206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5D8D7521-02C2-DB06-5D6A-B10BE4A1E9F2}"/>
                    </a:ext>
                  </a:extLst>
                </p:cNvPr>
                <p:cNvSpPr/>
                <p:nvPr/>
              </p:nvSpPr>
              <p:spPr>
                <a:xfrm>
                  <a:off x="2693227" y="1411152"/>
                  <a:ext cx="6397170" cy="935566"/>
                </a:xfrm>
                <a:custGeom>
                  <a:avLst/>
                  <a:gdLst>
                    <a:gd name="csX0" fmla="*/ 0 w 6397170"/>
                    <a:gd name="csY0" fmla="*/ 0 h 935566"/>
                    <a:gd name="csX1" fmla="*/ 6397170 w 6397170"/>
                    <a:gd name="csY1" fmla="*/ 0 h 935566"/>
                    <a:gd name="csX2" fmla="*/ 6397170 w 6397170"/>
                    <a:gd name="csY2" fmla="*/ 935566 h 935566"/>
                    <a:gd name="csX3" fmla="*/ 0 w 6397170"/>
                    <a:gd name="csY3" fmla="*/ 935566 h 935566"/>
                    <a:gd name="csX4" fmla="*/ 0 w 6397170"/>
                    <a:gd name="csY4" fmla="*/ 0 h 9355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397170" h="935566">
                      <a:moveTo>
                        <a:pt x="0" y="0"/>
                      </a:moveTo>
                      <a:lnTo>
                        <a:pt x="6397170" y="0"/>
                      </a:lnTo>
                      <a:lnTo>
                        <a:pt x="6397170" y="935566"/>
                      </a:lnTo>
                      <a:lnTo>
                        <a:pt x="0" y="9355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2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91440" tIns="91440" rIns="91440" bIns="91440" numCol="1" spcCol="1270" anchor="ctr" anchorCtr="0">
                  <a:noAutofit/>
                </a:bodyPr>
                <a:lstStyle/>
                <a:p>
                  <a:endPara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en-US" sz="1600" b="1" i="1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 </m:t>
                        </m:r>
                        <m:sSubSup>
                          <m:sSubSup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𝑵𝒂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𝑵𝒂</m:t>
                            </m:r>
                          </m:sub>
                          <m:sup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p>
                        </m:sSubSup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𝑶</m:t>
                            </m:r>
                          </m:sub>
                          <m:sup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p>
                        </m:sSubSup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𝐍</m:t>
                        </m:r>
                        <m:sSub>
                          <m:sSub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𝐎</m:t>
                        </m:r>
                        <m:d>
                          <m:d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</m:d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𝟐</m:t>
                        </m:r>
                        <m:sSubSup>
                          <m:sSubSup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𝑵𝒂</m:t>
                            </m:r>
                          </m:sub>
                          <m:sup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𝑶</m:t>
                            </m:r>
                          </m:sub>
                          <m:sup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••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 </m:t>
                        </m:r>
                        <m:sSubSup>
                          <m:sSubSup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𝑲</m:t>
                            </m:r>
                          </m:sub>
                          <m:sup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p>
                        </m:sSubSup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𝑶</m:t>
                            </m:r>
                          </m:sub>
                          <m:sup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p>
                        </m:sSubSup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𝐎</m:t>
                        </m:r>
                        <m:d>
                          <m:d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</m:d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𝟐</m:t>
                        </m:r>
                        <m:sSubSup>
                          <m:sSubSup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𝑲</m:t>
                            </m:r>
                          </m:sub>
                          <m:sup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𝑶</m:t>
                            </m:r>
                          </m:sub>
                          <m:sup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••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0" lvl="0" indent="0" algn="l" defTabSz="16002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US" sz="3600" kern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5D8D7521-02C2-DB06-5D6A-B10BE4A1E9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3227" y="1411152"/>
                  <a:ext cx="6397170" cy="935566"/>
                </a:xfrm>
                <a:custGeom>
                  <a:avLst/>
                  <a:gdLst>
                    <a:gd name="csX0" fmla="*/ 0 w 6397170"/>
                    <a:gd name="csY0" fmla="*/ 0 h 935566"/>
                    <a:gd name="csX1" fmla="*/ 6397170 w 6397170"/>
                    <a:gd name="csY1" fmla="*/ 0 h 935566"/>
                    <a:gd name="csX2" fmla="*/ 6397170 w 6397170"/>
                    <a:gd name="csY2" fmla="*/ 935566 h 935566"/>
                    <a:gd name="csX3" fmla="*/ 0 w 6397170"/>
                    <a:gd name="csY3" fmla="*/ 935566 h 935566"/>
                    <a:gd name="csX4" fmla="*/ 0 w 6397170"/>
                    <a:gd name="csY4" fmla="*/ 0 h 9355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397170" h="935566">
                      <a:moveTo>
                        <a:pt x="0" y="0"/>
                      </a:moveTo>
                      <a:lnTo>
                        <a:pt x="6397170" y="0"/>
                      </a:lnTo>
                      <a:lnTo>
                        <a:pt x="6397170" y="935566"/>
                      </a:lnTo>
                      <a:lnTo>
                        <a:pt x="0" y="9355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7"/>
                  <a:stretch>
                    <a:fillRect b="-37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8E1F5A-6D17-326D-1308-7FFA239711EB}"/>
                </a:ext>
              </a:extLst>
            </p:cNvPr>
            <p:cNvSpPr/>
            <p:nvPr/>
          </p:nvSpPr>
          <p:spPr>
            <a:xfrm>
              <a:off x="2693227" y="2557221"/>
              <a:ext cx="6315075" cy="574097"/>
            </a:xfrm>
            <a:custGeom>
              <a:avLst/>
              <a:gdLst>
                <a:gd name="csX0" fmla="*/ 0 w 6315075"/>
                <a:gd name="csY0" fmla="*/ 0 h 574097"/>
                <a:gd name="csX1" fmla="*/ 6315075 w 6315075"/>
                <a:gd name="csY1" fmla="*/ 0 h 574097"/>
                <a:gd name="csX2" fmla="*/ 6315075 w 6315075"/>
                <a:gd name="csY2" fmla="*/ 574097 h 574097"/>
                <a:gd name="csX3" fmla="*/ 0 w 6315075"/>
                <a:gd name="csY3" fmla="*/ 574097 h 574097"/>
                <a:gd name="csX4" fmla="*/ 0 w 6315075"/>
                <a:gd name="csY4" fmla="*/ 0 h 574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315075" h="574097">
                  <a:moveTo>
                    <a:pt x="0" y="0"/>
                  </a:moveTo>
                  <a:lnTo>
                    <a:pt x="6315075" y="0"/>
                  </a:lnTo>
                  <a:lnTo>
                    <a:pt x="6315075" y="574097"/>
                  </a:lnTo>
                  <a:lnTo>
                    <a:pt x="0" y="57409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060" tIns="99060" rIns="99060" bIns="99060" numCol="1" spcCol="1270" anchor="b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Arrow: Chevron 21">
              <a:extLst>
                <a:ext uri="{FF2B5EF4-FFF2-40B4-BE49-F238E27FC236}">
                  <a16:creationId xmlns:a16="http://schemas.microsoft.com/office/drawing/2014/main" id="{AD8F6FD3-3D2C-6B80-C137-8EF96C46D35A}"/>
                </a:ext>
              </a:extLst>
            </p:cNvPr>
            <p:cNvSpPr/>
            <p:nvPr/>
          </p:nvSpPr>
          <p:spPr>
            <a:xfrm>
              <a:off x="2693227" y="3131319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Arrow: Chevron 22">
              <a:extLst>
                <a:ext uri="{FF2B5EF4-FFF2-40B4-BE49-F238E27FC236}">
                  <a16:creationId xmlns:a16="http://schemas.microsoft.com/office/drawing/2014/main" id="{7E934905-52A2-3B8B-47FB-85DE074B37D8}"/>
                </a:ext>
              </a:extLst>
            </p:cNvPr>
            <p:cNvSpPr/>
            <p:nvPr/>
          </p:nvSpPr>
          <p:spPr>
            <a:xfrm>
              <a:off x="3580845" y="3131319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Arrow: Chevron 23">
              <a:extLst>
                <a:ext uri="{FF2B5EF4-FFF2-40B4-BE49-F238E27FC236}">
                  <a16:creationId xmlns:a16="http://schemas.microsoft.com/office/drawing/2014/main" id="{041C6123-60B6-65BA-115E-E94ECE0450BB}"/>
                </a:ext>
              </a:extLst>
            </p:cNvPr>
            <p:cNvSpPr/>
            <p:nvPr/>
          </p:nvSpPr>
          <p:spPr>
            <a:xfrm>
              <a:off x="4469166" y="3131319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FC85AFE3-3778-1F29-F7ED-24B3665134BD}"/>
                </a:ext>
              </a:extLst>
            </p:cNvPr>
            <p:cNvSpPr/>
            <p:nvPr/>
          </p:nvSpPr>
          <p:spPr>
            <a:xfrm>
              <a:off x="5356785" y="3131319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C034FE39-8D42-7126-B49A-126A2A09DF3B}"/>
                </a:ext>
              </a:extLst>
            </p:cNvPr>
            <p:cNvSpPr/>
            <p:nvPr/>
          </p:nvSpPr>
          <p:spPr>
            <a:xfrm>
              <a:off x="6245105" y="3131319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2E8B80CD-739E-B8A7-5778-34714B72B999}"/>
                </a:ext>
              </a:extLst>
            </p:cNvPr>
            <p:cNvSpPr/>
            <p:nvPr/>
          </p:nvSpPr>
          <p:spPr>
            <a:xfrm>
              <a:off x="7132724" y="3131319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B6B49832-9B3D-83C3-BA58-61005ECA731E}"/>
                </a:ext>
              </a:extLst>
            </p:cNvPr>
            <p:cNvSpPr/>
            <p:nvPr/>
          </p:nvSpPr>
          <p:spPr>
            <a:xfrm>
              <a:off x="8021045" y="3131319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D250D3B2-1A82-FBE4-7D26-2EC1207F4FA1}"/>
                    </a:ext>
                  </a:extLst>
                </p:cNvPr>
                <p:cNvSpPr/>
                <p:nvPr/>
              </p:nvSpPr>
              <p:spPr>
                <a:xfrm>
                  <a:off x="2693227" y="3248265"/>
                  <a:ext cx="6397170" cy="935566"/>
                </a:xfrm>
                <a:custGeom>
                  <a:avLst/>
                  <a:gdLst>
                    <a:gd name="csX0" fmla="*/ 0 w 6397170"/>
                    <a:gd name="csY0" fmla="*/ 0 h 935566"/>
                    <a:gd name="csX1" fmla="*/ 6397170 w 6397170"/>
                    <a:gd name="csY1" fmla="*/ 0 h 935566"/>
                    <a:gd name="csX2" fmla="*/ 6397170 w 6397170"/>
                    <a:gd name="csY2" fmla="*/ 935566 h 935566"/>
                    <a:gd name="csX3" fmla="*/ 0 w 6397170"/>
                    <a:gd name="csY3" fmla="*/ 935566 h 935566"/>
                    <a:gd name="csX4" fmla="*/ 0 w 6397170"/>
                    <a:gd name="csY4" fmla="*/ 0 h 9355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397170" h="935566">
                      <a:moveTo>
                        <a:pt x="0" y="0"/>
                      </a:moveTo>
                      <a:lnTo>
                        <a:pt x="6397170" y="0"/>
                      </a:lnTo>
                      <a:lnTo>
                        <a:pt x="6397170" y="935566"/>
                      </a:lnTo>
                      <a:lnTo>
                        <a:pt x="0" y="9355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2">
                  <a:schemeClr val="dk2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2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2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91440" tIns="91440" rIns="91440" bIns="91440" numCol="1" spcCol="1270" anchor="ctr" anchorCtr="0">
                  <a:noAutofit/>
                </a:bodyPr>
                <a:lstStyle/>
                <a:p>
                  <a:pPr lvl="0" defTabSz="16002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Defect complexes like (2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  <m:sup>
                          <m:r>
                            <a:rPr lang="en-US" sz="1600" b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6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 </a:t>
                  </a:r>
                  <a14:m>
                    <m:oMath xmlns:m="http://schemas.openxmlformats.org/officeDocument/2006/math">
                      <m:r>
                        <a:rPr lang="en-US" sz="1600" b="1" i="1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𝑶</m:t>
                          </m:r>
                        </m:sub>
                        <m:sup>
                          <m:r>
                            <a:rPr lang="en-US" sz="1600" b="1">
                              <a:latin typeface="Cambria Math" panose="02040503050406030204" pitchFamily="18" charset="0"/>
                            </a:rPr>
                            <m:t>••</m:t>
                          </m:r>
                        </m:sup>
                      </m:sSubSup>
                    </m:oMath>
                  </a14:m>
                  <a:r>
                    <a:rPr lang="en-US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r>
                    <a:rPr lang="en-US" sz="16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</a:t>
                  </a:r>
                  <a:endParaRPr lang="en-US" sz="1600" b="1" kern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D250D3B2-1A82-FBE4-7D26-2EC1207F4F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3227" y="3248265"/>
                  <a:ext cx="6397170" cy="935566"/>
                </a:xfrm>
                <a:custGeom>
                  <a:avLst/>
                  <a:gdLst>
                    <a:gd name="csX0" fmla="*/ 0 w 6397170"/>
                    <a:gd name="csY0" fmla="*/ 0 h 935566"/>
                    <a:gd name="csX1" fmla="*/ 6397170 w 6397170"/>
                    <a:gd name="csY1" fmla="*/ 0 h 935566"/>
                    <a:gd name="csX2" fmla="*/ 6397170 w 6397170"/>
                    <a:gd name="csY2" fmla="*/ 935566 h 935566"/>
                    <a:gd name="csX3" fmla="*/ 0 w 6397170"/>
                    <a:gd name="csY3" fmla="*/ 935566 h 935566"/>
                    <a:gd name="csX4" fmla="*/ 0 w 6397170"/>
                    <a:gd name="csY4" fmla="*/ 0 h 9355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6397170" h="935566">
                      <a:moveTo>
                        <a:pt x="0" y="0"/>
                      </a:moveTo>
                      <a:lnTo>
                        <a:pt x="6397170" y="0"/>
                      </a:lnTo>
                      <a:lnTo>
                        <a:pt x="6397170" y="935566"/>
                      </a:lnTo>
                      <a:lnTo>
                        <a:pt x="0" y="9355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8"/>
                  <a:stretch>
                    <a:fillRect l="-7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124197E-4720-8874-7A7A-D2C076BC8A3C}"/>
                </a:ext>
              </a:extLst>
            </p:cNvPr>
            <p:cNvSpPr/>
            <p:nvPr/>
          </p:nvSpPr>
          <p:spPr>
            <a:xfrm>
              <a:off x="2693227" y="4394334"/>
              <a:ext cx="6315075" cy="574097"/>
            </a:xfrm>
            <a:custGeom>
              <a:avLst/>
              <a:gdLst>
                <a:gd name="csX0" fmla="*/ 0 w 6315075"/>
                <a:gd name="csY0" fmla="*/ 0 h 574097"/>
                <a:gd name="csX1" fmla="*/ 6315075 w 6315075"/>
                <a:gd name="csY1" fmla="*/ 0 h 574097"/>
                <a:gd name="csX2" fmla="*/ 6315075 w 6315075"/>
                <a:gd name="csY2" fmla="*/ 574097 h 574097"/>
                <a:gd name="csX3" fmla="*/ 0 w 6315075"/>
                <a:gd name="csY3" fmla="*/ 574097 h 574097"/>
                <a:gd name="csX4" fmla="*/ 0 w 6315075"/>
                <a:gd name="csY4" fmla="*/ 0 h 574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315075" h="574097">
                  <a:moveTo>
                    <a:pt x="0" y="0"/>
                  </a:moveTo>
                  <a:lnTo>
                    <a:pt x="6315075" y="0"/>
                  </a:lnTo>
                  <a:lnTo>
                    <a:pt x="6315075" y="574097"/>
                  </a:lnTo>
                  <a:lnTo>
                    <a:pt x="0" y="57409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060" tIns="99060" rIns="99060" bIns="99060" numCol="1" spcCol="1270" anchor="b" anchorCtr="0">
              <a:noAutofit/>
            </a:bodyPr>
            <a:lstStyle/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600" kern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rrow: Chevron 30">
              <a:extLst>
                <a:ext uri="{FF2B5EF4-FFF2-40B4-BE49-F238E27FC236}">
                  <a16:creationId xmlns:a16="http://schemas.microsoft.com/office/drawing/2014/main" id="{AF122E37-AD34-45B8-1E59-6C283EC11A02}"/>
                </a:ext>
              </a:extLst>
            </p:cNvPr>
            <p:cNvSpPr/>
            <p:nvPr/>
          </p:nvSpPr>
          <p:spPr>
            <a:xfrm>
              <a:off x="2693227" y="4968431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Arrow: Chevron 31">
              <a:extLst>
                <a:ext uri="{FF2B5EF4-FFF2-40B4-BE49-F238E27FC236}">
                  <a16:creationId xmlns:a16="http://schemas.microsoft.com/office/drawing/2014/main" id="{70C56743-7411-13FB-5C32-8D81C83CB612}"/>
                </a:ext>
              </a:extLst>
            </p:cNvPr>
            <p:cNvSpPr/>
            <p:nvPr/>
          </p:nvSpPr>
          <p:spPr>
            <a:xfrm>
              <a:off x="3580845" y="4968431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Arrow: Chevron 32">
              <a:extLst>
                <a:ext uri="{FF2B5EF4-FFF2-40B4-BE49-F238E27FC236}">
                  <a16:creationId xmlns:a16="http://schemas.microsoft.com/office/drawing/2014/main" id="{10930A36-035D-A0FA-5BC5-A0336A98859C}"/>
                </a:ext>
              </a:extLst>
            </p:cNvPr>
            <p:cNvSpPr/>
            <p:nvPr/>
          </p:nvSpPr>
          <p:spPr>
            <a:xfrm>
              <a:off x="4469166" y="4968431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Arrow: Chevron 33">
              <a:extLst>
                <a:ext uri="{FF2B5EF4-FFF2-40B4-BE49-F238E27FC236}">
                  <a16:creationId xmlns:a16="http://schemas.microsoft.com/office/drawing/2014/main" id="{E9338019-2117-D68F-88BC-8F5CC096F4C9}"/>
                </a:ext>
              </a:extLst>
            </p:cNvPr>
            <p:cNvSpPr/>
            <p:nvPr/>
          </p:nvSpPr>
          <p:spPr>
            <a:xfrm>
              <a:off x="5356785" y="4968431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5" name="Arrow: Chevron 34">
              <a:extLst>
                <a:ext uri="{FF2B5EF4-FFF2-40B4-BE49-F238E27FC236}">
                  <a16:creationId xmlns:a16="http://schemas.microsoft.com/office/drawing/2014/main" id="{9DCD5C5C-E835-EB39-DD15-46F949988791}"/>
                </a:ext>
              </a:extLst>
            </p:cNvPr>
            <p:cNvSpPr/>
            <p:nvPr/>
          </p:nvSpPr>
          <p:spPr>
            <a:xfrm>
              <a:off x="6245105" y="4968431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6" name="Arrow: Chevron 35">
              <a:extLst>
                <a:ext uri="{FF2B5EF4-FFF2-40B4-BE49-F238E27FC236}">
                  <a16:creationId xmlns:a16="http://schemas.microsoft.com/office/drawing/2014/main" id="{0870FA03-B06E-C2D7-3618-F504275F4BC1}"/>
                </a:ext>
              </a:extLst>
            </p:cNvPr>
            <p:cNvSpPr/>
            <p:nvPr/>
          </p:nvSpPr>
          <p:spPr>
            <a:xfrm>
              <a:off x="7132724" y="4968431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Arrow: Chevron 36">
              <a:extLst>
                <a:ext uri="{FF2B5EF4-FFF2-40B4-BE49-F238E27FC236}">
                  <a16:creationId xmlns:a16="http://schemas.microsoft.com/office/drawing/2014/main" id="{93BF53CA-4C1E-6CE8-30D9-B52AFFBCF721}"/>
                </a:ext>
              </a:extLst>
            </p:cNvPr>
            <p:cNvSpPr/>
            <p:nvPr/>
          </p:nvSpPr>
          <p:spPr>
            <a:xfrm>
              <a:off x="8021045" y="4968431"/>
              <a:ext cx="1477727" cy="1169458"/>
            </a:xfrm>
            <a:prstGeom prst="chevron">
              <a:avLst>
                <a:gd name="adj" fmla="val 70610"/>
              </a:avLst>
            </a:pr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8066E51-1D1B-CF3C-1962-1CEB50CD245B}"/>
                </a:ext>
              </a:extLst>
            </p:cNvPr>
            <p:cNvSpPr/>
            <p:nvPr/>
          </p:nvSpPr>
          <p:spPr>
            <a:xfrm>
              <a:off x="2693227" y="5085377"/>
              <a:ext cx="6397170" cy="935566"/>
            </a:xfrm>
            <a:custGeom>
              <a:avLst/>
              <a:gdLst>
                <a:gd name="csX0" fmla="*/ 0 w 6397170"/>
                <a:gd name="csY0" fmla="*/ 0 h 935566"/>
                <a:gd name="csX1" fmla="*/ 6397170 w 6397170"/>
                <a:gd name="csY1" fmla="*/ 0 h 935566"/>
                <a:gd name="csX2" fmla="*/ 6397170 w 6397170"/>
                <a:gd name="csY2" fmla="*/ 935566 h 935566"/>
                <a:gd name="csX3" fmla="*/ 0 w 6397170"/>
                <a:gd name="csY3" fmla="*/ 935566 h 935566"/>
                <a:gd name="csX4" fmla="*/ 0 w 6397170"/>
                <a:gd name="csY4" fmla="*/ 0 h 9355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397170" h="935566">
                  <a:moveTo>
                    <a:pt x="0" y="0"/>
                  </a:moveTo>
                  <a:lnTo>
                    <a:pt x="6397170" y="0"/>
                  </a:lnTo>
                  <a:lnTo>
                    <a:pt x="6397170" y="935566"/>
                  </a:lnTo>
                  <a:lnTo>
                    <a:pt x="0" y="93556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lt2"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secondary phase formation such as K–Nb–O or Na–Nb–O</a:t>
              </a:r>
              <a:endParaRPr lang="en-US" sz="1600" b="1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B57F6DDC-706D-9864-4B5E-BFA260C1FDD1}"/>
              </a:ext>
            </a:extLst>
          </p:cNvPr>
          <p:cNvSpPr/>
          <p:nvPr/>
        </p:nvSpPr>
        <p:spPr>
          <a:xfrm>
            <a:off x="4974336" y="2665511"/>
            <a:ext cx="1840054" cy="39532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4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Graphic spid="3" grpId="0">
        <p:bldAsOne/>
      </p:bldGraphic>
      <p:bldP spid="3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BEC7B-6EF3-04EC-67F3-F80EF3D63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445869"/>
            <a:ext cx="7918704" cy="62179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IDEA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3364E-E956-6F41-7EF6-FAB28DFB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099D419-E80C-54B9-2EBB-183BCB36B4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2580224"/>
              </p:ext>
            </p:extLst>
          </p:nvPr>
        </p:nvGraphicFramePr>
        <p:xfrm>
          <a:off x="1231586" y="1067661"/>
          <a:ext cx="9728828" cy="49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9552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EF78B-DB69-80C6-C186-0186A2E0E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7B726-52F1-87AA-899D-32F14F699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445869"/>
            <a:ext cx="7918704" cy="62179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IDEA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EE1A0-1BBF-D16F-CEDE-FF9195FD4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C0E76C-4446-C531-3E86-C9BF6CC6B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81" y="1495187"/>
            <a:ext cx="5464900" cy="34104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ED6519-9722-0233-7215-5A180847D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422" y="1376108"/>
            <a:ext cx="5919210" cy="36485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654A2D-DC08-EDA8-F345-68F57AF0227F}"/>
                  </a:ext>
                </a:extLst>
              </p:cNvPr>
              <p:cNvSpPr txBox="1"/>
              <p:nvPr/>
            </p:nvSpPr>
            <p:spPr>
              <a:xfrm>
                <a:off x="1100077" y="4905613"/>
                <a:ext cx="4346107" cy="646331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 </m:t>
                      </m:r>
                      <m:sSubSup>
                        <m:sSubSup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𝑵𝒂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𝑵𝒂</m:t>
                          </m:r>
                        </m:sub>
                        <m:sup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bSup>
                      <m:r>
                        <a:rPr lang="en-US" sz="1800" b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𝑶</m:t>
                          </m:r>
                        </m:sub>
                        <m:sup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bSup>
                      <m:r>
                        <a:rPr lang="en-US" sz="1800" b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𝐍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𝐎</m:t>
                      </m:r>
                      <m:d>
                        <m:d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</m:d>
                      <m:r>
                        <a:rPr lang="en-US" sz="1800" b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𝟐</m:t>
                      </m:r>
                      <m:sSubSup>
                        <m:sSubSup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𝑵𝒂</m:t>
                          </m:r>
                        </m:sub>
                        <m:sup>
                          <m:r>
                            <a:rPr lang="en-US" sz="1800" b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800" b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𝑶</m:t>
                          </m:r>
                        </m:sub>
                        <m:sup>
                          <m:r>
                            <a:rPr lang="en-US" sz="1800" b="1">
                              <a:latin typeface="Cambria Math" panose="02040503050406030204" pitchFamily="18" charset="0"/>
                            </a:rPr>
                            <m:t>••</m:t>
                          </m:r>
                        </m:sup>
                      </m:sSubSup>
                    </m:oMath>
                  </m:oMathPara>
                </a14:m>
                <a:endParaRPr 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800" b="1" i="1">
                          <a:latin typeface="Cambria Math" panose="02040503050406030204" pitchFamily="18" charset="0"/>
                        </a:rPr>
                        <m:t> </m:t>
                      </m:r>
                      <m:sSubSup>
                        <m:sSubSup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  <m:sup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bSup>
                      <m:r>
                        <a:rPr lang="en-US" sz="1800" b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𝑶</m:t>
                          </m:r>
                        </m:sub>
                        <m:sup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bSup>
                      <m:r>
                        <a:rPr lang="en-US" sz="1800" b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𝐎</m:t>
                      </m:r>
                      <m:d>
                        <m:d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</m:d>
                      <m:r>
                        <a:rPr lang="en-US" sz="1800" b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𝟐</m:t>
                      </m:r>
                      <m:sSubSup>
                        <m:sSubSup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  <m:sup>
                          <m:r>
                            <a:rPr lang="en-US" sz="1800" b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800" b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𝑶</m:t>
                          </m:r>
                        </m:sub>
                        <m:sup>
                          <m:r>
                            <a:rPr lang="en-US" sz="1800" b="1">
                              <a:latin typeface="Cambria Math" panose="02040503050406030204" pitchFamily="18" charset="0"/>
                            </a:rPr>
                            <m:t>••</m:t>
                          </m:r>
                        </m:sup>
                      </m:sSubSup>
                    </m:oMath>
                  </m:oMathPara>
                </a14:m>
                <a:endParaRPr 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654A2D-DC08-EDA8-F345-68F57AF02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077" y="4905613"/>
                <a:ext cx="4346107" cy="646331"/>
              </a:xfrm>
              <a:prstGeom prst="rect">
                <a:avLst/>
              </a:prstGeom>
              <a:blipFill>
                <a:blip r:embed="rId4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CB6A87-9D25-29AA-D993-614DA2C370D2}"/>
              </a:ext>
            </a:extLst>
          </p:cNvPr>
          <p:cNvCxnSpPr/>
          <p:nvPr/>
        </p:nvCxnSpPr>
        <p:spPr>
          <a:xfrm>
            <a:off x="6186422" y="932688"/>
            <a:ext cx="0" cy="537667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501B684-831F-3387-11ED-A34B606F3DCD}"/>
              </a:ext>
            </a:extLst>
          </p:cNvPr>
          <p:cNvSpPr txBox="1"/>
          <p:nvPr/>
        </p:nvSpPr>
        <p:spPr>
          <a:xfrm>
            <a:off x="5441699" y="5182612"/>
            <a:ext cx="563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7835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FC393-A067-06F8-BFDE-F2B95871C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FDB06-0D16-B723-739F-647B5C8B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445869"/>
            <a:ext cx="7918704" cy="62179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IDEA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609FC-2A82-A290-5721-9804108D6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1F11A5-FF7A-FE01-0711-D64CCE510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36" y="1455051"/>
            <a:ext cx="1324160" cy="154326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BCF5C68-E026-055E-0D74-DF75E7BDF3E1}"/>
              </a:ext>
            </a:extLst>
          </p:cNvPr>
          <p:cNvSpPr/>
          <p:nvPr/>
        </p:nvSpPr>
        <p:spPr>
          <a:xfrm>
            <a:off x="2157984" y="1890542"/>
            <a:ext cx="438912" cy="336141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2BD90C-D8A9-13CD-1861-1877733EF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577" y="1455051"/>
            <a:ext cx="1305107" cy="1581371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5C6CF8C5-1116-FC16-DC26-914CA0958340}"/>
              </a:ext>
            </a:extLst>
          </p:cNvPr>
          <p:cNvSpPr/>
          <p:nvPr/>
        </p:nvSpPr>
        <p:spPr>
          <a:xfrm>
            <a:off x="3949365" y="1890541"/>
            <a:ext cx="438912" cy="336141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1B4700F-2E19-F330-ACC9-029007EE8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765" y="1455051"/>
            <a:ext cx="1581371" cy="1571844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39F34BD5-7864-159A-A95F-A25FD4E19118}"/>
              </a:ext>
            </a:extLst>
          </p:cNvPr>
          <p:cNvSpPr/>
          <p:nvPr/>
        </p:nvSpPr>
        <p:spPr>
          <a:xfrm>
            <a:off x="5822680" y="1904832"/>
            <a:ext cx="438912" cy="336141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959240E-ED66-266B-7C38-20C5F5F75F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979" y="1455051"/>
            <a:ext cx="1276528" cy="1533739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8CC73422-4556-0DFB-CF5F-558913F6B952}"/>
              </a:ext>
            </a:extLst>
          </p:cNvPr>
          <p:cNvSpPr/>
          <p:nvPr/>
        </p:nvSpPr>
        <p:spPr>
          <a:xfrm>
            <a:off x="7647891" y="1885779"/>
            <a:ext cx="438912" cy="336141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4F28A6C-2856-57A3-7AEA-454B11AEB5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1187" y="1455051"/>
            <a:ext cx="1733792" cy="1667108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B35A91FF-7FA3-CC2A-8B2F-BDB062B50992}"/>
              </a:ext>
            </a:extLst>
          </p:cNvPr>
          <p:cNvSpPr/>
          <p:nvPr/>
        </p:nvSpPr>
        <p:spPr>
          <a:xfrm>
            <a:off x="9869363" y="1904831"/>
            <a:ext cx="438912" cy="336141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822AADD-BC60-F893-62EB-62E67743E3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659" y="1455051"/>
            <a:ext cx="1638529" cy="15051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0E836D5-68BB-11FB-385E-9C51CBBEC8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4975" y="3383280"/>
            <a:ext cx="1886213" cy="1590897"/>
          </a:xfrm>
          <a:prstGeom prst="rect">
            <a:avLst/>
          </a:prstGeom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3DB89A41-6691-F9BC-2230-75EDEF2E03DF}"/>
              </a:ext>
            </a:extLst>
          </p:cNvPr>
          <p:cNvSpPr/>
          <p:nvPr/>
        </p:nvSpPr>
        <p:spPr>
          <a:xfrm rot="5400000">
            <a:off x="10932466" y="3012210"/>
            <a:ext cx="438912" cy="336141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BB8E98C-5039-B56A-A6AC-CB0CBCFAD9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336" y="4996369"/>
            <a:ext cx="11209852" cy="34394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DA041FE-611E-0768-AA06-E5B8F65D1E36}"/>
              </a:ext>
            </a:extLst>
          </p:cNvPr>
          <p:cNvSpPr txBox="1"/>
          <p:nvPr/>
        </p:nvSpPr>
        <p:spPr>
          <a:xfrm>
            <a:off x="761336" y="5592254"/>
            <a:ext cx="11209852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mitigates the alkali-volatilization problem by converting pure KNN from a defect-sensitive ceramic into a more structurally and dielectrically stable lead-free composite.</a:t>
            </a:r>
          </a:p>
        </p:txBody>
      </p:sp>
    </p:spTree>
    <p:extLst>
      <p:ext uri="{BB962C8B-B14F-4D97-AF65-F5344CB8AC3E}">
        <p14:creationId xmlns:p14="http://schemas.microsoft.com/office/powerpoint/2010/main" val="3572916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2BEDA8-B42B-0C2C-A806-17AAA656B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90369B-C781-6630-9D08-1BB256DD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469"/>
            <a:ext cx="7918704" cy="62179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IDEA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5629E6D-19D7-A8A2-72BD-7A2A876AA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606049"/>
              </p:ext>
            </p:extLst>
          </p:nvPr>
        </p:nvGraphicFramePr>
        <p:xfrm>
          <a:off x="704849" y="1062566"/>
          <a:ext cx="11172822" cy="530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2137">
                  <a:extLst>
                    <a:ext uri="{9D8B030D-6E8A-4147-A177-3AD203B41FA5}">
                      <a16:colId xmlns:a16="http://schemas.microsoft.com/office/drawing/2014/main" val="2764617806"/>
                    </a:ext>
                  </a:extLst>
                </a:gridCol>
                <a:gridCol w="1862137">
                  <a:extLst>
                    <a:ext uri="{9D8B030D-6E8A-4147-A177-3AD203B41FA5}">
                      <a16:colId xmlns:a16="http://schemas.microsoft.com/office/drawing/2014/main" val="3420368008"/>
                    </a:ext>
                  </a:extLst>
                </a:gridCol>
                <a:gridCol w="1862137">
                  <a:extLst>
                    <a:ext uri="{9D8B030D-6E8A-4147-A177-3AD203B41FA5}">
                      <a16:colId xmlns:a16="http://schemas.microsoft.com/office/drawing/2014/main" val="2857390706"/>
                    </a:ext>
                  </a:extLst>
                </a:gridCol>
                <a:gridCol w="1862137">
                  <a:extLst>
                    <a:ext uri="{9D8B030D-6E8A-4147-A177-3AD203B41FA5}">
                      <a16:colId xmlns:a16="http://schemas.microsoft.com/office/drawing/2014/main" val="3148002197"/>
                    </a:ext>
                  </a:extLst>
                </a:gridCol>
                <a:gridCol w="1862137">
                  <a:extLst>
                    <a:ext uri="{9D8B030D-6E8A-4147-A177-3AD203B41FA5}">
                      <a16:colId xmlns:a16="http://schemas.microsoft.com/office/drawing/2014/main" val="3624791717"/>
                    </a:ext>
                  </a:extLst>
                </a:gridCol>
                <a:gridCol w="1862137">
                  <a:extLst>
                    <a:ext uri="{9D8B030D-6E8A-4147-A177-3AD203B41FA5}">
                      <a16:colId xmlns:a16="http://schemas.microsoft.com/office/drawing/2014/main" val="891465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 / System Architecture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d33​ Value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Relative Dielectric Value (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sz="1800" b="1" kern="1200" baseline="-250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​)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Activation Energy (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800" b="1" kern="1200" baseline="-250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​) eV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Curie Temperature (T</a:t>
                      </a:r>
                      <a:r>
                        <a:rPr lang="en-US" sz="1800" b="1" kern="1200" baseline="-25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c​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8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Pure KNN (Single Crystal)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100pC/N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219.6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418</a:t>
                      </a:r>
                      <a:r>
                        <a:rPr lang="en-US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46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0.99KNN-0.01BNN (Ceramic-Ceramic Composite)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145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1657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0.89 eV - 1.59 eV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394</a:t>
                      </a:r>
                      <a:r>
                        <a:rPr lang="en-US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1429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Mn-doped KNN (Single Crystal)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325pC/N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703.7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407</a:t>
                      </a:r>
                      <a:r>
                        <a:rPr lang="en-US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660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Pure KNN (Polycrystal)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80 - 160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0.97 eV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604107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Etc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820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BCHfT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Composite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674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582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CB6AC-D0F8-5BCD-C70E-ADC884999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137FF-BFD1-50A7-D2AA-EFBAC048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2471D19-3243-E880-0F4C-A296BDC96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469"/>
            <a:ext cx="7918704" cy="621792"/>
          </a:xfrm>
        </p:spPr>
        <p:txBody>
          <a:bodyPr>
            <a:normAutofit/>
          </a:bodyPr>
          <a:lstStyle/>
          <a:p>
            <a:pPr algn="l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Summary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Hypothesis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F62E842-F644-F5AB-6653-6F579211C2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6423794"/>
              </p:ext>
            </p:extLst>
          </p:nvPr>
        </p:nvGraphicFramePr>
        <p:xfrm>
          <a:off x="2384552" y="1374390"/>
          <a:ext cx="7422896" cy="4657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5A09672-136B-A887-75A1-192A98707018}"/>
              </a:ext>
            </a:extLst>
          </p:cNvPr>
          <p:cNvGrpSpPr/>
          <p:nvPr/>
        </p:nvGrpSpPr>
        <p:grpSpPr>
          <a:xfrm>
            <a:off x="5015911" y="1374390"/>
            <a:ext cx="2160178" cy="1080089"/>
            <a:chOff x="2631358" y="842"/>
            <a:chExt cx="2160178" cy="1080089"/>
          </a:xfrm>
          <a:solidFill>
            <a:srgbClr val="FFFF00"/>
          </a:solid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5ED683C-2B8D-69CC-4FC8-F56164823A91}"/>
                </a:ext>
              </a:extLst>
            </p:cNvPr>
            <p:cNvSpPr/>
            <p:nvPr/>
          </p:nvSpPr>
          <p:spPr>
            <a:xfrm>
              <a:off x="2631358" y="842"/>
              <a:ext cx="2160178" cy="1080089"/>
            </a:xfrm>
            <a:prstGeom prst="roundRect">
              <a:avLst/>
            </a:prstGeom>
            <a:grpFill/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181FE27B-8106-5FDF-EFFD-2BBA7C59D392}"/>
                </a:ext>
              </a:extLst>
            </p:cNvPr>
            <p:cNvSpPr txBox="1"/>
            <p:nvPr/>
          </p:nvSpPr>
          <p:spPr>
            <a:xfrm>
              <a:off x="2684084" y="53567"/>
              <a:ext cx="2054726" cy="974637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Expected modification of defect sensitive KNN </a:t>
              </a:r>
              <a:r>
                <a:rPr lang="en-US" sz="1600" kern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behaviour</a:t>
              </a:r>
              <a:endParaRPr lang="en-US" sz="16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9664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45C17-B736-03FA-F5B4-BE69ACD58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F544-1B9A-FE90-0495-9B73FC9A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455013"/>
            <a:ext cx="3637908" cy="62179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9915A-7239-DDBF-E27F-72A56DDBA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D1A92E-4D60-1CA1-6E6E-F03A42658645}"/>
              </a:ext>
            </a:extLst>
          </p:cNvPr>
          <p:cNvSpPr txBox="1"/>
          <p:nvPr/>
        </p:nvSpPr>
        <p:spPr>
          <a:xfrm>
            <a:off x="3078988" y="1076805"/>
            <a:ext cx="6034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on Material Composition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8187AC-650E-E1C7-371D-DAA168A73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756820"/>
              </p:ext>
            </p:extLst>
          </p:nvPr>
        </p:nvGraphicFramePr>
        <p:xfrm>
          <a:off x="841248" y="1974721"/>
          <a:ext cx="10714956" cy="42026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8739">
                  <a:extLst>
                    <a:ext uri="{9D8B030D-6E8A-4147-A177-3AD203B41FA5}">
                      <a16:colId xmlns:a16="http://schemas.microsoft.com/office/drawing/2014/main" val="3573512489"/>
                    </a:ext>
                  </a:extLst>
                </a:gridCol>
                <a:gridCol w="2678739">
                  <a:extLst>
                    <a:ext uri="{9D8B030D-6E8A-4147-A177-3AD203B41FA5}">
                      <a16:colId xmlns:a16="http://schemas.microsoft.com/office/drawing/2014/main" val="3246641548"/>
                    </a:ext>
                  </a:extLst>
                </a:gridCol>
                <a:gridCol w="2678739">
                  <a:extLst>
                    <a:ext uri="{9D8B030D-6E8A-4147-A177-3AD203B41FA5}">
                      <a16:colId xmlns:a16="http://schemas.microsoft.com/office/drawing/2014/main" val="1619464826"/>
                    </a:ext>
                  </a:extLst>
                </a:gridCol>
                <a:gridCol w="2678739">
                  <a:extLst>
                    <a:ext uri="{9D8B030D-6E8A-4147-A177-3AD203B41FA5}">
                      <a16:colId xmlns:a16="http://schemas.microsoft.com/office/drawing/2014/main" val="3609517151"/>
                    </a:ext>
                  </a:extLst>
                </a:gridCol>
              </a:tblGrid>
              <a:tr h="1093702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Chemical </a:t>
                      </a:r>
                    </a:p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Formula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Weight(%)</a:t>
                      </a:r>
                    </a:p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</a:p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Reinforcement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</a:t>
                      </a:r>
                    </a:p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Composition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</a:p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887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NbO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NbO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Pure KNN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974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Hf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Hf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Pure </a:t>
                      </a:r>
                      <a:r>
                        <a:rPr lang="en-US" b="0" dirty="0" err="1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BCHfT</a:t>
                      </a:r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82112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NbO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-x%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Hf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NbO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Hf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KNN-1% </a:t>
                      </a:r>
                      <a:r>
                        <a:rPr lang="en-US" b="0" dirty="0" err="1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BCHfT</a:t>
                      </a:r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2206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n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NbO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-1.5%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Hf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r>
                        <a:rPr lang="en-US" b="0" baseline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b="0" baseline="-2500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KNN-1.5% </a:t>
                      </a:r>
                      <a:r>
                        <a:rPr lang="en-US" b="0" dirty="0" err="1">
                          <a:ln>
                            <a:solidFill>
                              <a:schemeClr val="tx1"/>
                            </a:solidFill>
                          </a:ln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BCHfT</a:t>
                      </a:r>
                      <a:endParaRPr lang="en-US" b="0" dirty="0">
                        <a:ln>
                          <a:solidFill>
                            <a:schemeClr val="tx1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129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108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FDC2E-89D1-E9B1-2150-DC5E9FC1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B2DA9-0F33-C701-D6E1-A8C8B6A9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455013"/>
            <a:ext cx="3637908" cy="62179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7254-93CE-A0DA-EBD4-137E936B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51F38A-74E0-BAFC-3276-CEF48CED2A01}"/>
              </a:ext>
            </a:extLst>
          </p:cNvPr>
          <p:cNvSpPr/>
          <p:nvPr/>
        </p:nvSpPr>
        <p:spPr>
          <a:xfrm>
            <a:off x="1000847" y="1225296"/>
            <a:ext cx="4544568" cy="13167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Materials Weighting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K₂CO₃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Na₂CO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₃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Nb₂O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₅ → KNN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₃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₃ + TiO₂ +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HfO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₂ →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9AFFBC-82D0-B0AF-EBD8-6B2E9966306C}"/>
              </a:ext>
            </a:extLst>
          </p:cNvPr>
          <p:cNvCxnSpPr>
            <a:cxnSpLocks/>
          </p:cNvCxnSpPr>
          <p:nvPr/>
        </p:nvCxnSpPr>
        <p:spPr>
          <a:xfrm>
            <a:off x="5545415" y="1883664"/>
            <a:ext cx="550585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F6ABFF5-EA1C-63F4-7E5E-CD5C8516B02C}"/>
              </a:ext>
            </a:extLst>
          </p:cNvPr>
          <p:cNvSpPr/>
          <p:nvPr/>
        </p:nvSpPr>
        <p:spPr>
          <a:xfrm>
            <a:off x="6096000" y="1225296"/>
            <a:ext cx="2496312" cy="13167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Ball Milling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Powder, ZrO</a:t>
            </a:r>
            <a:r>
              <a:rPr lang="en-US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ball, Ethanol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200rpm for 24hrs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7026E7-AA7B-F1EB-7212-CFD7688F134C}"/>
              </a:ext>
            </a:extLst>
          </p:cNvPr>
          <p:cNvCxnSpPr>
            <a:cxnSpLocks/>
          </p:cNvCxnSpPr>
          <p:nvPr/>
        </p:nvCxnSpPr>
        <p:spPr>
          <a:xfrm>
            <a:off x="8618077" y="1883664"/>
            <a:ext cx="550585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E411DE5-7659-044B-2446-737228519B3E}"/>
              </a:ext>
            </a:extLst>
          </p:cNvPr>
          <p:cNvSpPr/>
          <p:nvPr/>
        </p:nvSpPr>
        <p:spPr>
          <a:xfrm>
            <a:off x="9168662" y="1225296"/>
            <a:ext cx="2496312" cy="13167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Drying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Oven drying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r>
              <a:rPr lang="en-US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C, 24hrs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F9A8A4-AD76-04C8-31FE-1C97E5E820FD}"/>
              </a:ext>
            </a:extLst>
          </p:cNvPr>
          <p:cNvSpPr/>
          <p:nvPr/>
        </p:nvSpPr>
        <p:spPr>
          <a:xfrm>
            <a:off x="9168662" y="2999233"/>
            <a:ext cx="2496312" cy="13167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Grinding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Mortar and Pestle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018BCF-DFC9-B50C-A47B-DE07A98887DE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10416818" y="2542032"/>
            <a:ext cx="0" cy="45720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4EE554C-22DB-56A9-6556-16CA9D3A3CE5}"/>
              </a:ext>
            </a:extLst>
          </p:cNvPr>
          <p:cNvSpPr/>
          <p:nvPr/>
        </p:nvSpPr>
        <p:spPr>
          <a:xfrm>
            <a:off x="6096000" y="2999233"/>
            <a:ext cx="2496312" cy="13167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Calcination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 5</a:t>
            </a:r>
            <a:r>
              <a:rPr lang="en-US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C/min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950</a:t>
            </a:r>
            <a:r>
              <a:rPr lang="en-US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for 6hrs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64EDB4-9618-A4AA-B29A-3FDF18892E21}"/>
              </a:ext>
            </a:extLst>
          </p:cNvPr>
          <p:cNvCxnSpPr>
            <a:cxnSpLocks/>
            <a:stCxn id="15" idx="1"/>
            <a:endCxn id="21" idx="3"/>
          </p:cNvCxnSpPr>
          <p:nvPr/>
        </p:nvCxnSpPr>
        <p:spPr>
          <a:xfrm flipH="1">
            <a:off x="8592312" y="3657601"/>
            <a:ext cx="576350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94E39EF-F5C1-2AB9-AE07-FF6F46D9AE48}"/>
              </a:ext>
            </a:extLst>
          </p:cNvPr>
          <p:cNvSpPr/>
          <p:nvPr/>
        </p:nvSpPr>
        <p:spPr>
          <a:xfrm>
            <a:off x="3023338" y="2999233"/>
            <a:ext cx="2496312" cy="13167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Binder Preparation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5% PVA Solution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Grinding with mortar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CD0FC53-B62B-DA7A-8957-A77C618B9AAD}"/>
              </a:ext>
            </a:extLst>
          </p:cNvPr>
          <p:cNvCxnSpPr>
            <a:cxnSpLocks/>
          </p:cNvCxnSpPr>
          <p:nvPr/>
        </p:nvCxnSpPr>
        <p:spPr>
          <a:xfrm flipH="1">
            <a:off x="5532532" y="3657601"/>
            <a:ext cx="576350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BD06F98-6EEC-827A-5DBB-53ACF8A42BF4}"/>
              </a:ext>
            </a:extLst>
          </p:cNvPr>
          <p:cNvSpPr/>
          <p:nvPr/>
        </p:nvSpPr>
        <p:spPr>
          <a:xfrm>
            <a:off x="3023338" y="4873753"/>
            <a:ext cx="2496312" cy="13167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pellet formation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5kN force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083EC6-6715-984F-E279-9A1DF28ADDFE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>
            <a:off x="4271494" y="4315969"/>
            <a:ext cx="0" cy="55778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489E0832-D96D-5B9D-65E8-756308BDCF92}"/>
              </a:ext>
            </a:extLst>
          </p:cNvPr>
          <p:cNvSpPr/>
          <p:nvPr/>
        </p:nvSpPr>
        <p:spPr>
          <a:xfrm>
            <a:off x="6092674" y="4873753"/>
            <a:ext cx="2496312" cy="13167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Sintering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1090</a:t>
            </a:r>
            <a:r>
              <a:rPr lang="en-US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10hrs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C598E32-1CC0-E7D3-1E39-48C42C351E12}"/>
              </a:ext>
            </a:extLst>
          </p:cNvPr>
          <p:cNvCxnSpPr>
            <a:cxnSpLocks/>
            <a:stCxn id="31" idx="3"/>
            <a:endCxn id="36" idx="1"/>
          </p:cNvCxnSpPr>
          <p:nvPr/>
        </p:nvCxnSpPr>
        <p:spPr>
          <a:xfrm>
            <a:off x="5519650" y="5532121"/>
            <a:ext cx="573024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4131155-BF1A-7BB2-02EC-60DD07D73FDC}"/>
              </a:ext>
            </a:extLst>
          </p:cNvPr>
          <p:cNvCxnSpPr>
            <a:cxnSpLocks/>
          </p:cNvCxnSpPr>
          <p:nvPr/>
        </p:nvCxnSpPr>
        <p:spPr>
          <a:xfrm>
            <a:off x="8588986" y="5541265"/>
            <a:ext cx="573024" cy="0"/>
          </a:xfrm>
          <a:prstGeom prst="straightConnector1">
            <a:avLst/>
          </a:prstGeom>
          <a:ln w="57150">
            <a:solidFill>
              <a:srgbClr val="FF505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BE42D9B-7BA9-2062-B27B-E547AC029E0F}"/>
              </a:ext>
            </a:extLst>
          </p:cNvPr>
          <p:cNvSpPr/>
          <p:nvPr/>
        </p:nvSpPr>
        <p:spPr>
          <a:xfrm>
            <a:off x="9168662" y="4882897"/>
            <a:ext cx="2496312" cy="1316736"/>
          </a:xfrm>
          <a:prstGeom prst="rect">
            <a:avLst/>
          </a:prstGeom>
          <a:solidFill>
            <a:srgbClr val="FF505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Characterization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7CE74C-DCE7-0031-B5B0-3AA09CCDC32E}"/>
              </a:ext>
            </a:extLst>
          </p:cNvPr>
          <p:cNvSpPr txBox="1"/>
          <p:nvPr/>
        </p:nvSpPr>
        <p:spPr>
          <a:xfrm>
            <a:off x="735671" y="3623471"/>
            <a:ext cx="1861225" cy="1384995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State Reaction Process</a:t>
            </a:r>
          </a:p>
        </p:txBody>
      </p:sp>
    </p:spTree>
    <p:extLst>
      <p:ext uri="{BB962C8B-B14F-4D97-AF65-F5344CB8AC3E}">
        <p14:creationId xmlns:p14="http://schemas.microsoft.com/office/powerpoint/2010/main" val="2943724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2CEA3-D01D-0B7F-9D3F-EAB0A5E13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CCB7-CC1D-1085-F39C-3B6B08A87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41" y="179748"/>
            <a:ext cx="3637908" cy="62179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ADC59-01C5-C811-7C71-3BD71197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F79AD-5450-87AD-F68E-B22786F29971}"/>
              </a:ext>
            </a:extLst>
          </p:cNvPr>
          <p:cNvSpPr txBox="1"/>
          <p:nvPr/>
        </p:nvSpPr>
        <p:spPr>
          <a:xfrm>
            <a:off x="554941" y="868929"/>
            <a:ext cx="5541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Precursors Needed for 5gm Pure Sample and Composites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F14D0A5-E0A8-D817-4441-6C0DD42E8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412809"/>
              </p:ext>
            </p:extLst>
          </p:nvPr>
        </p:nvGraphicFramePr>
        <p:xfrm>
          <a:off x="1075944" y="1644204"/>
          <a:ext cx="4840224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408">
                  <a:extLst>
                    <a:ext uri="{9D8B030D-6E8A-4147-A177-3AD203B41FA5}">
                      <a16:colId xmlns:a16="http://schemas.microsoft.com/office/drawing/2014/main" val="3194331101"/>
                    </a:ext>
                  </a:extLst>
                </a:gridCol>
                <a:gridCol w="1613408">
                  <a:extLst>
                    <a:ext uri="{9D8B030D-6E8A-4147-A177-3AD203B41FA5}">
                      <a16:colId xmlns:a16="http://schemas.microsoft.com/office/drawing/2014/main" val="2305870387"/>
                    </a:ext>
                  </a:extLst>
                </a:gridCol>
                <a:gridCol w="1613408">
                  <a:extLst>
                    <a:ext uri="{9D8B030D-6E8A-4147-A177-3AD203B41FA5}">
                      <a16:colId xmlns:a16="http://schemas.microsoft.com/office/drawing/2014/main" val="1326380589"/>
                    </a:ext>
                  </a:extLst>
                </a:gridCol>
              </a:tblGrid>
              <a:tr h="5765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Precursors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748717"/>
                  </a:ext>
                </a:extLst>
              </a:tr>
              <a:tr h="334023">
                <a:tc rowSpan="3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Pure 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Nb₂O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₅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3.9052 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95919"/>
                  </a:ext>
                </a:extLst>
              </a:tr>
              <a:tr h="334023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K₂CO₃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1.0152 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545875"/>
                  </a:ext>
                </a:extLst>
              </a:tr>
              <a:tr h="334023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Na₂CO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₃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0.7782 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523019"/>
                  </a:ext>
                </a:extLst>
              </a:tr>
              <a:tr h="334023">
                <a:tc rowSpan="4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Pure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BCHfT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BaCO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₃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3.6568 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984394"/>
                  </a:ext>
                </a:extLst>
              </a:tr>
              <a:tr h="334023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CaCO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₃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0.3273 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105417"/>
                  </a:ext>
                </a:extLst>
              </a:tr>
              <a:tr h="334023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TiO₂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1.5670 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704129"/>
                  </a:ext>
                </a:extLst>
              </a:tr>
              <a:tr h="334023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HfO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₂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0.4636 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038158"/>
                  </a:ext>
                </a:extLst>
              </a:tr>
              <a:tr h="334023">
                <a:tc rowSpan="2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KNN-1%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BCHfT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KNN powder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4.95 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359629"/>
                  </a:ext>
                </a:extLst>
              </a:tr>
              <a:tr h="334023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BCHfT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powder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0.05 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425158"/>
                  </a:ext>
                </a:extLst>
              </a:tr>
              <a:tr h="334023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KNN-1.5%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BCHfT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KNN powder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4.925 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222767"/>
                  </a:ext>
                </a:extLst>
              </a:tr>
              <a:tr h="334023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BCHfT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powder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0.075 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80526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E159D6D-F4D7-0806-075F-4F715C258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636260" y="1182624"/>
            <a:ext cx="2162556" cy="28834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A2CF0C-0D38-36CE-4DAF-280D06F23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" t="9741" b="26303"/>
          <a:stretch>
            <a:fillRect/>
          </a:stretch>
        </p:blipFill>
        <p:spPr>
          <a:xfrm>
            <a:off x="9222223" y="1543050"/>
            <a:ext cx="2883408" cy="21625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EEEFF1-C53D-9926-FAFE-4133F6B92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37" y="3705606"/>
            <a:ext cx="1679465" cy="22379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637A12-4C62-303C-079D-B191EC1BB2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077" y="2811877"/>
            <a:ext cx="3012831" cy="40147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2A1C8F8-B792-0008-93AA-4C000704ABEB}"/>
              </a:ext>
            </a:extLst>
          </p:cNvPr>
          <p:cNvSpPr txBox="1"/>
          <p:nvPr/>
        </p:nvSpPr>
        <p:spPr>
          <a:xfrm>
            <a:off x="6514736" y="6073567"/>
            <a:ext cx="528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Compilation of Solid-State Thesis Workflow</a:t>
            </a:r>
          </a:p>
        </p:txBody>
      </p:sp>
    </p:spTree>
    <p:extLst>
      <p:ext uri="{BB962C8B-B14F-4D97-AF65-F5344CB8AC3E}">
        <p14:creationId xmlns:p14="http://schemas.microsoft.com/office/powerpoint/2010/main" val="1094403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5981-3958-B280-8EA5-69FFDD8B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8BDA-537F-3070-2DFB-1CAE63D9B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382406"/>
            <a:ext cx="4579740" cy="6217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945A0-ACF3-E9B5-7833-14F37639F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BD3FA9-69FD-CCFD-DB4D-C4626FDA5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067572"/>
              </p:ext>
            </p:extLst>
          </p:nvPr>
        </p:nvGraphicFramePr>
        <p:xfrm>
          <a:off x="938784" y="1176866"/>
          <a:ext cx="10314432" cy="48764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5456">
                  <a:extLst>
                    <a:ext uri="{9D8B030D-6E8A-4147-A177-3AD203B41FA5}">
                      <a16:colId xmlns:a16="http://schemas.microsoft.com/office/drawing/2014/main" val="1103092364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3486929775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3925127781"/>
                    </a:ext>
                  </a:extLst>
                </a:gridCol>
              </a:tblGrid>
              <a:tr h="409645">
                <a:tc rowSpan="9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Characterization</a:t>
                      </a:r>
                    </a:p>
                    <a:p>
                      <a:pPr algn="ctr"/>
                      <a:r>
                        <a:rPr lang="en-US" dirty="0"/>
                        <a:t>Overview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Structural Characterization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Performed Test=5</a:t>
                      </a:r>
                    </a:p>
                  </a:txBody>
                  <a:tcPr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943597"/>
                  </a:ext>
                </a:extLst>
              </a:tr>
              <a:tr h="409645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X-Ray Diffraction (XRD)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377991"/>
                  </a:ext>
                </a:extLst>
              </a:tr>
              <a:tr h="70705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Morphological Characterization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796371"/>
                  </a:ext>
                </a:extLst>
              </a:tr>
              <a:tr h="70705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Scanning Electron Microscopy (SEM)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1327525"/>
                  </a:ext>
                </a:extLst>
              </a:tr>
              <a:tr h="409645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Dielectric Test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0354487"/>
                  </a:ext>
                </a:extLst>
              </a:tr>
              <a:tr h="70705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Temperature Dependence Impedence Analysis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3853495"/>
                  </a:ext>
                </a:extLst>
              </a:tr>
              <a:tr h="707059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Frequency Dependence Impedence Analysis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972332"/>
                  </a:ext>
                </a:extLst>
              </a:tr>
              <a:tr h="409645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Piezoelectric Test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836890"/>
                  </a:ext>
                </a:extLst>
              </a:tr>
              <a:tr h="409645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d</a:t>
                      </a:r>
                      <a:r>
                        <a:rPr lang="en-US" baseline="-25000" dirty="0"/>
                        <a:t>33</a:t>
                      </a:r>
                      <a:r>
                        <a:rPr lang="en-US" baseline="0" dirty="0"/>
                        <a:t> Test</a:t>
                      </a:r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260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772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18BE9-29E2-2DB8-B5B1-2E0C5089E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50F37-14F1-CA89-1689-6A86910FC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0966"/>
            <a:ext cx="4579740" cy="62179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XRD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9DD11-56EC-8C9E-9E95-B73CF9736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180C1-E94B-57D4-03FD-BE332F74FE97}"/>
              </a:ext>
            </a:extLst>
          </p:cNvPr>
          <p:cNvSpPr txBox="1"/>
          <p:nvPr/>
        </p:nvSpPr>
        <p:spPr>
          <a:xfrm>
            <a:off x="2458930" y="5519775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Figure: Pure KNN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E9E8DA8D-CAD3-AD96-06F3-8223AB537C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5117962"/>
              </p:ext>
            </p:extLst>
          </p:nvPr>
        </p:nvGraphicFramePr>
        <p:xfrm>
          <a:off x="6575543" y="1496589"/>
          <a:ext cx="5072888" cy="359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BBD0CA6B-F1A2-B6B4-A958-9B995A5697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72" y="1153559"/>
            <a:ext cx="6099666" cy="42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96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55680-CB25-9027-5958-05A1686C4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3770D-9705-CFEA-F219-2BF104211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0966"/>
            <a:ext cx="4579740" cy="62179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XRD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FEFC8-C8C9-4E1C-0882-EABE1CF7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7E246-379E-1548-B46A-C0157610C7A1}"/>
              </a:ext>
            </a:extLst>
          </p:cNvPr>
          <p:cNvSpPr txBox="1"/>
          <p:nvPr/>
        </p:nvSpPr>
        <p:spPr>
          <a:xfrm>
            <a:off x="2251056" y="5610486"/>
            <a:ext cx="2228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Pure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B8E9F1-5EB8-DBA8-B769-102C3A3CB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72" y="1044202"/>
            <a:ext cx="6316851" cy="4434840"/>
          </a:xfrm>
          <a:prstGeom prst="rect">
            <a:avLst/>
          </a:prstGeom>
        </p:spPr>
      </p:pic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19FDC373-E196-1443-FABE-30511C8A35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5245773"/>
              </p:ext>
            </p:extLst>
          </p:nvPr>
        </p:nvGraphicFramePr>
        <p:xfrm>
          <a:off x="6687940" y="1463471"/>
          <a:ext cx="5072888" cy="359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53FABCD-67E0-3436-F588-49445935E974}"/>
              </a:ext>
            </a:extLst>
          </p:cNvPr>
          <p:cNvSpPr txBox="1"/>
          <p:nvPr/>
        </p:nvSpPr>
        <p:spPr>
          <a:xfrm>
            <a:off x="6898252" y="5313483"/>
            <a:ext cx="4549322" cy="923330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75% BaTiO3 + 15% CaTiO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+ 10% BaHfO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0.85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0.15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Hf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581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F98F0-F71F-F8D3-E230-7054844D2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6136A-616E-2FCE-7A93-86D4329DE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153806"/>
            <a:ext cx="4579740" cy="621792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XRD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1B1C2-168B-DC45-56E9-E2AB8399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A2A354-97A6-B5FC-9C4A-43E99C174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90" y="1243584"/>
            <a:ext cx="6225681" cy="43708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590B1A-A7F1-4DE2-78A7-4FEA014B0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93875"/>
            <a:ext cx="6082413" cy="42702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E1FED23-4190-0ED4-EF7C-63A60849BA04}"/>
              </a:ext>
            </a:extLst>
          </p:cNvPr>
          <p:cNvSpPr txBox="1"/>
          <p:nvPr/>
        </p:nvSpPr>
        <p:spPr>
          <a:xfrm>
            <a:off x="1188720" y="1872878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F2C39C-7FB1-3CE0-7DCB-A92498DF4473}"/>
              </a:ext>
            </a:extLst>
          </p:cNvPr>
          <p:cNvSpPr txBox="1"/>
          <p:nvPr/>
        </p:nvSpPr>
        <p:spPr>
          <a:xfrm>
            <a:off x="7124430" y="187287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(b)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07D472-B50A-C4D4-CA10-5165E1B231AD}"/>
              </a:ext>
            </a:extLst>
          </p:cNvPr>
          <p:cNvSpPr txBox="1"/>
          <p:nvPr/>
        </p:nvSpPr>
        <p:spPr>
          <a:xfrm>
            <a:off x="2653391" y="5867804"/>
            <a:ext cx="688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Figure: XRD analysis of a)KNN-1% </a:t>
            </a:r>
            <a:r>
              <a:rPr lang="en-US" dirty="0" err="1"/>
              <a:t>BCHfT</a:t>
            </a:r>
            <a:r>
              <a:rPr lang="en-US" dirty="0"/>
              <a:t> b) KNN-1.5% </a:t>
            </a:r>
            <a:r>
              <a:rPr lang="en-US" dirty="0" err="1"/>
              <a:t>BCHfT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7218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95AB7-FEF5-AC7B-19D5-AC8354131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A6E0-50FB-0398-E469-E6CF80DF3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153806"/>
            <a:ext cx="4579740" cy="69658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XRD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163DB-1685-254F-C00C-97151DEF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1B28EC-57D8-CF99-306F-5BA418163E67}"/>
              </a:ext>
            </a:extLst>
          </p:cNvPr>
          <p:cNvSpPr txBox="1"/>
          <p:nvPr/>
        </p:nvSpPr>
        <p:spPr>
          <a:xfrm>
            <a:off x="4015141" y="5957839"/>
            <a:ext cx="4161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Figure: Compilation of all XRD curves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7D98A5-B1D1-ED32-8DDC-C2E48209F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120" y="713583"/>
            <a:ext cx="7469758" cy="52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83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2E0F1-B02E-E9EC-08A7-FAD9A0181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A9D14-971B-EA89-2249-44BB9F70C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153806"/>
            <a:ext cx="4579740" cy="69658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XRD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6E143-FB39-FDE8-55C9-28601276E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0BF2E-2932-245A-64AC-4F7AAE3DA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45AB40-17D2-65FB-B7D7-F53742F0C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425695"/>
              </p:ext>
            </p:extLst>
          </p:nvPr>
        </p:nvGraphicFramePr>
        <p:xfrm>
          <a:off x="902208" y="2736754"/>
          <a:ext cx="10387584" cy="33440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6896">
                  <a:extLst>
                    <a:ext uri="{9D8B030D-6E8A-4147-A177-3AD203B41FA5}">
                      <a16:colId xmlns:a16="http://schemas.microsoft.com/office/drawing/2014/main" val="3299642309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701209784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4251213620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3836632479"/>
                    </a:ext>
                  </a:extLst>
                </a:gridCol>
              </a:tblGrid>
              <a:tr h="127525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Samples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Crystallite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Size,D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 Strain, ε ⨉ 10</a:t>
                      </a:r>
                      <a:r>
                        <a:rPr lang="en-US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Disloccation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density, δ ⨉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b="1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 </a:t>
                      </a:r>
                      <a:r>
                        <a:rPr lang="en-US" b="1" baseline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nm</a:t>
                      </a:r>
                      <a:r>
                        <a:rPr lang="en-US" b="1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82266"/>
                  </a:ext>
                </a:extLst>
              </a:tr>
              <a:tr h="5171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Pure KNN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113.77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023047"/>
                  </a:ext>
                </a:extLst>
              </a:tr>
              <a:tr h="5171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Pure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BCHfT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117.36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2128581"/>
                  </a:ext>
                </a:extLst>
              </a:tr>
              <a:tr h="5171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KNN- 1%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BCHfT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766134"/>
                  </a:ext>
                </a:extLst>
              </a:tr>
              <a:tr h="51718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KNN- 1.5%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BCHfT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162.87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662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D65E86-BEE3-A9C6-7A2A-5305ED964696}"/>
                  </a:ext>
                </a:extLst>
              </p:cNvPr>
              <p:cNvSpPr txBox="1"/>
              <p:nvPr/>
            </p:nvSpPr>
            <p:spPr>
              <a:xfrm>
                <a:off x="4662297" y="850392"/>
                <a:ext cx="2867406" cy="1479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Crystallite Size, 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Kλ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βcosθ</m:t>
                        </m:r>
                      </m:den>
                    </m:f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Micro Strain, ε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β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tanθ</m:t>
                        </m:r>
                      </m:den>
                    </m:f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Dislocation Density, δ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1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²</m:t>
                        </m:r>
                      </m:den>
                    </m:f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D65E86-BEE3-A9C6-7A2A-5305ED964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297" y="850392"/>
                <a:ext cx="2867406" cy="1479829"/>
              </a:xfrm>
              <a:prstGeom prst="rect">
                <a:avLst/>
              </a:prstGeom>
              <a:blipFill>
                <a:blip r:embed="rId3"/>
                <a:stretch>
                  <a:fillRect l="-1915" b="-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7728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0260D-B742-148F-22EA-78614C4B7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5D36-0F6B-F608-A013-E20D51BF9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153806"/>
            <a:ext cx="9554076" cy="69658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dependent dielectric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3D573-5946-11DE-756C-1E6CBFAC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FC1E5B-D69B-41EA-2A77-169D948CC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72" y="1380744"/>
            <a:ext cx="5781233" cy="44258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950106-83BF-AFF7-7B44-435176A161BC}"/>
              </a:ext>
            </a:extLst>
          </p:cNvPr>
          <p:cNvSpPr txBox="1"/>
          <p:nvPr/>
        </p:nvSpPr>
        <p:spPr>
          <a:xfrm>
            <a:off x="1007927" y="5806550"/>
            <a:ext cx="43931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Dielectric Constant vs logarithmic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184DD4-44B2-DCCE-C932-0DB04E379D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1446930"/>
            <a:ext cx="5699760" cy="43634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5390BD-25B9-F1F7-7117-40FD09867AB9}"/>
              </a:ext>
            </a:extLst>
          </p:cNvPr>
          <p:cNvSpPr txBox="1"/>
          <p:nvPr/>
        </p:nvSpPr>
        <p:spPr>
          <a:xfrm>
            <a:off x="641722" y="866784"/>
            <a:ext cx="1123633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Platinum (Pt) coating was applied on both flat surfaces of the pellet for dielectric measurements, while the round edge was left uncoated.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A1E0B1-FC99-5EBB-8CEA-DBDC6B8F20E5}"/>
              </a:ext>
            </a:extLst>
          </p:cNvPr>
          <p:cNvSpPr txBox="1"/>
          <p:nvPr/>
        </p:nvSpPr>
        <p:spPr>
          <a:xfrm>
            <a:off x="6442107" y="5824948"/>
            <a:ext cx="561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Dielectric Constant (imaginary) vs logarithmic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</a:t>
            </a:r>
          </a:p>
        </p:txBody>
      </p:sp>
    </p:spTree>
    <p:extLst>
      <p:ext uri="{BB962C8B-B14F-4D97-AF65-F5344CB8AC3E}">
        <p14:creationId xmlns:p14="http://schemas.microsoft.com/office/powerpoint/2010/main" val="2694527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BF3CB-7C0B-D0AF-EA8A-1696BBDBD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A9899-B91F-62DD-92A7-B6429E69C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153806"/>
            <a:ext cx="9554076" cy="69658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dependent dielectric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CE1A-1830-7415-88A6-68D7433D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DBEF1C-67E2-148D-30DA-D0DFA93FB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25" y="850392"/>
            <a:ext cx="6213611" cy="51206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284408-A0FF-5E16-CB72-8AE229FFF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579" y="1143000"/>
            <a:ext cx="5924421" cy="45354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4F5751-F13E-786A-E87B-1B458E2EC83F}"/>
              </a:ext>
            </a:extLst>
          </p:cNvPr>
          <p:cNvSpPr txBox="1"/>
          <p:nvPr/>
        </p:nvSpPr>
        <p:spPr>
          <a:xfrm>
            <a:off x="2073112" y="5980176"/>
            <a:ext cx="8613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Merges of all the figure. a) KNN b)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c)KNN-1%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d)KNN-1.5%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840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5C41B-3AC3-EF08-1A69-F2AB16E43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8F10-C94B-14DE-73F6-78E6D56A2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153806"/>
            <a:ext cx="9554076" cy="69658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dependent dielectric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F7930-E6A2-52A2-0ED8-8D424061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5C97ED-7EE9-15B7-89F3-7234FCAF6898}"/>
              </a:ext>
            </a:extLst>
          </p:cNvPr>
          <p:cNvGrpSpPr/>
          <p:nvPr/>
        </p:nvGrpSpPr>
        <p:grpSpPr>
          <a:xfrm>
            <a:off x="431172" y="1114187"/>
            <a:ext cx="5872085" cy="5141689"/>
            <a:chOff x="3159957" y="1078992"/>
            <a:chExt cx="5872085" cy="514168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D93D6A-EB40-967D-A528-290A5C6F1A58}"/>
                </a:ext>
              </a:extLst>
            </p:cNvPr>
            <p:cNvSpPr txBox="1"/>
            <p:nvPr/>
          </p:nvSpPr>
          <p:spPr>
            <a:xfrm>
              <a:off x="3703555" y="5574350"/>
              <a:ext cx="47848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Figure: Conductivity vs Logarithmic frequency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0400031-50A6-AD00-93DA-BCE9B8BF0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9957" y="1078992"/>
              <a:ext cx="5872085" cy="4495358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4F7A996-1155-1D43-1B56-DEF7E746D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205" y="970710"/>
            <a:ext cx="5962826" cy="44953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534AE5-9523-BA91-49AD-364804FB3080}"/>
              </a:ext>
            </a:extLst>
          </p:cNvPr>
          <p:cNvSpPr txBox="1"/>
          <p:nvPr/>
        </p:nvSpPr>
        <p:spPr>
          <a:xfrm>
            <a:off x="6863543" y="5466068"/>
            <a:ext cx="4784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Nyquist plot of all 4 composition: a)KNN b)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c)KNN-1%BCHfT d)KNN-1.5%BCHfT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47FE3-2CCC-615E-34DB-B734ABC8DF04}"/>
              </a:ext>
            </a:extLst>
          </p:cNvPr>
          <p:cNvSpPr txBox="1"/>
          <p:nvPr/>
        </p:nvSpPr>
        <p:spPr>
          <a:xfrm>
            <a:off x="431172" y="879123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Hopping Conduction</a:t>
            </a:r>
          </a:p>
        </p:txBody>
      </p:sp>
    </p:spTree>
    <p:extLst>
      <p:ext uri="{BB962C8B-B14F-4D97-AF65-F5344CB8AC3E}">
        <p14:creationId xmlns:p14="http://schemas.microsoft.com/office/powerpoint/2010/main" val="2647098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FE7F-B3B2-A4F2-12E2-84A6D397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8578-16AB-8EE6-93D1-5A6D2E15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153806"/>
            <a:ext cx="10093572" cy="69658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dependent dielectric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709D5-EF16-13FD-DF0E-47E800BB8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63D69B-1D7C-0584-EB85-EBECF319BE07}"/>
              </a:ext>
            </a:extLst>
          </p:cNvPr>
          <p:cNvGrpSpPr/>
          <p:nvPr/>
        </p:nvGrpSpPr>
        <p:grpSpPr>
          <a:xfrm>
            <a:off x="204500" y="875987"/>
            <a:ext cx="6137261" cy="5067695"/>
            <a:chOff x="204500" y="875987"/>
            <a:chExt cx="6137261" cy="506769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75C57C2-3683-1D8F-AC87-3A6D256240F7}"/>
                </a:ext>
              </a:extLst>
            </p:cNvPr>
            <p:cNvSpPr txBox="1"/>
            <p:nvPr/>
          </p:nvSpPr>
          <p:spPr>
            <a:xfrm>
              <a:off x="1115803" y="5574350"/>
              <a:ext cx="4784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Figure: Dielectric constant vs Temperature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C39EE52-29BA-DE82-37A1-917504F14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500" y="875987"/>
              <a:ext cx="6137261" cy="4698363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0532321-22E3-ED13-7AAD-8BC84E4E7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341" y="924987"/>
            <a:ext cx="6009245" cy="46003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B002B8-B2B7-F366-0766-6A3CA948A341}"/>
              </a:ext>
            </a:extLst>
          </p:cNvPr>
          <p:cNvSpPr txBox="1"/>
          <p:nvPr/>
        </p:nvSpPr>
        <p:spPr>
          <a:xfrm>
            <a:off x="6720519" y="5574350"/>
            <a:ext cx="4784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Dielectric constant(imaginary) vs Temperature</a:t>
            </a:r>
          </a:p>
        </p:txBody>
      </p:sp>
    </p:spTree>
    <p:extLst>
      <p:ext uri="{BB962C8B-B14F-4D97-AF65-F5344CB8AC3E}">
        <p14:creationId xmlns:p14="http://schemas.microsoft.com/office/powerpoint/2010/main" val="3859212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4B098-FA09-750A-0CE1-618E9B07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D6AE6-DB7E-FEEA-E31D-3C8615FAE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153806"/>
            <a:ext cx="10093572" cy="69658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dependent dielectric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C392B-9177-F64C-68C8-5072F012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CA1CEC-1466-5C19-72F0-81A4578474F7}"/>
              </a:ext>
            </a:extLst>
          </p:cNvPr>
          <p:cNvGrpSpPr/>
          <p:nvPr/>
        </p:nvGrpSpPr>
        <p:grpSpPr>
          <a:xfrm>
            <a:off x="2756109" y="895152"/>
            <a:ext cx="6137261" cy="5067695"/>
            <a:chOff x="2756109" y="784547"/>
            <a:chExt cx="6137261" cy="506769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0FE8ADD-99A1-E011-5532-901C681BCD2D}"/>
                </a:ext>
              </a:extLst>
            </p:cNvPr>
            <p:cNvSpPr txBox="1"/>
            <p:nvPr/>
          </p:nvSpPr>
          <p:spPr>
            <a:xfrm>
              <a:off x="3667412" y="5482910"/>
              <a:ext cx="4784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Figure: Dielectric constant vs Temperature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5D48680-18B6-4736-22E8-CE58A7FEA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6109" y="784547"/>
              <a:ext cx="6137261" cy="4698363"/>
            </a:xfrm>
            <a:prstGeom prst="rect">
              <a:avLst/>
            </a:prstGeom>
          </p:spPr>
        </p:pic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C129BB-A3D3-001E-5C15-3E8E75B7C7AB}"/>
              </a:ext>
            </a:extLst>
          </p:cNvPr>
          <p:cNvCxnSpPr>
            <a:cxnSpLocks/>
          </p:cNvCxnSpPr>
          <p:nvPr/>
        </p:nvCxnSpPr>
        <p:spPr>
          <a:xfrm>
            <a:off x="7004304" y="1115568"/>
            <a:ext cx="0" cy="3895344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6E9C778-471A-2840-0715-E643C81D9074}"/>
              </a:ext>
            </a:extLst>
          </p:cNvPr>
          <p:cNvCxnSpPr/>
          <p:nvPr/>
        </p:nvCxnSpPr>
        <p:spPr>
          <a:xfrm>
            <a:off x="7004304" y="1691640"/>
            <a:ext cx="1554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141988-CF85-DDFE-00AD-6C5100064DB9}"/>
              </a:ext>
            </a:extLst>
          </p:cNvPr>
          <p:cNvSpPr txBox="1"/>
          <p:nvPr/>
        </p:nvSpPr>
        <p:spPr>
          <a:xfrm>
            <a:off x="8558784" y="1378276"/>
            <a:ext cx="34300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 is the temperature where materials become ferroelectric to paraelectric.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phase transition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occured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425-450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region.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021ED0-1D5B-BC85-D5E5-BFF11577FBD6}"/>
              </a:ext>
            </a:extLst>
          </p:cNvPr>
          <p:cNvSpPr txBox="1"/>
          <p:nvPr/>
        </p:nvSpPr>
        <p:spPr>
          <a:xfrm>
            <a:off x="8699113" y="3193404"/>
            <a:ext cx="3051348" cy="95410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Curie Temperature,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~425-450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FAC19E-4299-0E91-B8CE-38A7F25CB2A7}"/>
              </a:ext>
            </a:extLst>
          </p:cNvPr>
          <p:cNvSpPr/>
          <p:nvPr/>
        </p:nvSpPr>
        <p:spPr>
          <a:xfrm rot="1202174">
            <a:off x="5236378" y="1997528"/>
            <a:ext cx="1267007" cy="261688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89DB399-CF0F-9354-CECB-8A4B2031B4DD}"/>
              </a:ext>
            </a:extLst>
          </p:cNvPr>
          <p:cNvCxnSpPr/>
          <p:nvPr/>
        </p:nvCxnSpPr>
        <p:spPr>
          <a:xfrm flipH="1">
            <a:off x="2825496" y="3557016"/>
            <a:ext cx="22951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B8C9D51-61E4-C628-BC60-FF79E936E336}"/>
              </a:ext>
            </a:extLst>
          </p:cNvPr>
          <p:cNvSpPr txBox="1"/>
          <p:nvPr/>
        </p:nvSpPr>
        <p:spPr>
          <a:xfrm>
            <a:off x="233816" y="3104051"/>
            <a:ext cx="2546195" cy="107721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Polymorphic Phase transition: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Orthorhombic to tetragonal phase transition.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096A7A-71A4-FDCC-654C-720D37EF80C0}"/>
              </a:ext>
            </a:extLst>
          </p:cNvPr>
          <p:cNvSpPr txBox="1"/>
          <p:nvPr/>
        </p:nvSpPr>
        <p:spPr>
          <a:xfrm>
            <a:off x="666210" y="1607889"/>
            <a:ext cx="165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R-O&gt;O-T&gt;T-C</a:t>
            </a:r>
          </a:p>
        </p:txBody>
      </p:sp>
    </p:spTree>
    <p:extLst>
      <p:ext uri="{BB962C8B-B14F-4D97-AF65-F5344CB8AC3E}">
        <p14:creationId xmlns:p14="http://schemas.microsoft.com/office/powerpoint/2010/main" val="3855721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94B52-1925-4605-146A-4891D499F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E996-B0FE-E29B-66AF-8DCD3067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153806"/>
            <a:ext cx="10093572" cy="69658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dependent dielectric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45F77-082C-3DFF-8F8D-CAA4069F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2FB6D5-78FB-E2C3-742E-749340AC0865}"/>
              </a:ext>
            </a:extLst>
          </p:cNvPr>
          <p:cNvGrpSpPr/>
          <p:nvPr/>
        </p:nvGrpSpPr>
        <p:grpSpPr>
          <a:xfrm>
            <a:off x="6182755" y="896112"/>
            <a:ext cx="6009245" cy="5093290"/>
            <a:chOff x="268508" y="850392"/>
            <a:chExt cx="6009245" cy="509329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320AE7-66E6-C645-054E-1FBD496A9B2A}"/>
                </a:ext>
              </a:extLst>
            </p:cNvPr>
            <p:cNvSpPr txBox="1"/>
            <p:nvPr/>
          </p:nvSpPr>
          <p:spPr>
            <a:xfrm>
              <a:off x="1115803" y="5574350"/>
              <a:ext cx="4784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Figure: Conductivity vs Temperature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7660667-06D9-15A1-2B6D-DEA730857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508" y="850392"/>
              <a:ext cx="6009245" cy="4600361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D9A6CB2-06CE-D66A-28AE-958B7EF6388E}"/>
              </a:ext>
            </a:extLst>
          </p:cNvPr>
          <p:cNvGrpSpPr/>
          <p:nvPr/>
        </p:nvGrpSpPr>
        <p:grpSpPr>
          <a:xfrm>
            <a:off x="3" y="850392"/>
            <a:ext cx="6009243" cy="5078387"/>
            <a:chOff x="6096000" y="726795"/>
            <a:chExt cx="6009243" cy="507838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8A3BD5-F343-FF0E-4C51-C49E396E51C6}"/>
                </a:ext>
              </a:extLst>
            </p:cNvPr>
            <p:cNvSpPr txBox="1"/>
            <p:nvPr/>
          </p:nvSpPr>
          <p:spPr>
            <a:xfrm>
              <a:off x="6930831" y="5435850"/>
              <a:ext cx="4784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Figure: Dielectric loss vs Temperature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60C4CC7-C9CB-D932-CDC4-B08B085A5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726795"/>
              <a:ext cx="6009243" cy="4600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8758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5A626-C459-8AAE-7832-EC4D1E9FA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4852F-C3A1-4E07-4D57-09D5754E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153806"/>
            <a:ext cx="10093572" cy="69658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dependent dielectric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4462D-EDAE-F999-794A-8094A163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B96DC9-A163-E95C-4119-4387D3025FD8}"/>
              </a:ext>
            </a:extLst>
          </p:cNvPr>
          <p:cNvGrpSpPr/>
          <p:nvPr/>
        </p:nvGrpSpPr>
        <p:grpSpPr>
          <a:xfrm>
            <a:off x="2270887" y="973836"/>
            <a:ext cx="6414141" cy="5279660"/>
            <a:chOff x="2270887" y="973836"/>
            <a:chExt cx="6414141" cy="52796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95549FF-3959-ED52-D53D-6CDA837AF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0887" y="973836"/>
              <a:ext cx="6414141" cy="491032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DD37620-D6AD-DAE2-8022-C1D5C8CCB43B}"/>
                </a:ext>
              </a:extLst>
            </p:cNvPr>
            <p:cNvSpPr txBox="1"/>
            <p:nvPr/>
          </p:nvSpPr>
          <p:spPr>
            <a:xfrm>
              <a:off x="4177826" y="5884164"/>
              <a:ext cx="2600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Figure: Arrhenius Plot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9068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AA174-690D-4A0A-636C-BC318C831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0A50-1DE3-D6E6-AAB2-784D329A1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153806"/>
            <a:ext cx="10093572" cy="69658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dependent dielectric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8DC9C-F5C5-48C5-5325-14779F2D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0954D2-3E1D-8C99-C791-39716D648179}"/>
              </a:ext>
            </a:extLst>
          </p:cNvPr>
          <p:cNvGrpSpPr/>
          <p:nvPr/>
        </p:nvGrpSpPr>
        <p:grpSpPr>
          <a:xfrm>
            <a:off x="524383" y="928116"/>
            <a:ext cx="6414141" cy="5279660"/>
            <a:chOff x="2270887" y="973836"/>
            <a:chExt cx="6414141" cy="52796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5C8196C-BE0A-1C58-E71C-AC94D1B87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0887" y="973836"/>
              <a:ext cx="6414141" cy="491032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55EDD6A-239C-7B37-1C93-710D1865AD63}"/>
                </a:ext>
              </a:extLst>
            </p:cNvPr>
            <p:cNvSpPr txBox="1"/>
            <p:nvPr/>
          </p:nvSpPr>
          <p:spPr>
            <a:xfrm>
              <a:off x="4177826" y="5884164"/>
              <a:ext cx="2600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Figure: Arrhenius Plot</a:t>
              </a: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1BDF96-CE14-97E5-B8C5-EAF52CA60996}"/>
              </a:ext>
            </a:extLst>
          </p:cNvPr>
          <p:cNvCxnSpPr>
            <a:cxnSpLocks/>
          </p:cNvCxnSpPr>
          <p:nvPr/>
        </p:nvCxnSpPr>
        <p:spPr>
          <a:xfrm>
            <a:off x="2103120" y="1801368"/>
            <a:ext cx="182880" cy="53035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99274D-2D18-D961-5E29-215C581F0D8A}"/>
              </a:ext>
            </a:extLst>
          </p:cNvPr>
          <p:cNvCxnSpPr>
            <a:cxnSpLocks/>
          </p:cNvCxnSpPr>
          <p:nvPr/>
        </p:nvCxnSpPr>
        <p:spPr>
          <a:xfrm>
            <a:off x="2103120" y="2084116"/>
            <a:ext cx="182880" cy="53035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E6B310-40DE-649E-A6DA-7E6175AB4BE0}"/>
              </a:ext>
            </a:extLst>
          </p:cNvPr>
          <p:cNvCxnSpPr>
            <a:cxnSpLocks/>
          </p:cNvCxnSpPr>
          <p:nvPr/>
        </p:nvCxnSpPr>
        <p:spPr>
          <a:xfrm>
            <a:off x="2075688" y="2268782"/>
            <a:ext cx="118872" cy="26517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8B113C-CBB5-6DD2-C9A2-484B3C7C94C2}"/>
              </a:ext>
            </a:extLst>
          </p:cNvPr>
          <p:cNvCxnSpPr>
            <a:cxnSpLocks/>
          </p:cNvCxnSpPr>
          <p:nvPr/>
        </p:nvCxnSpPr>
        <p:spPr>
          <a:xfrm>
            <a:off x="2194560" y="2066544"/>
            <a:ext cx="46800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D4F153B-5931-CE59-B456-A599BDBAC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154715"/>
              </p:ext>
            </p:extLst>
          </p:nvPr>
        </p:nvGraphicFramePr>
        <p:xfrm>
          <a:off x="6874607" y="723408"/>
          <a:ext cx="5255769" cy="21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923">
                  <a:extLst>
                    <a:ext uri="{9D8B030D-6E8A-4147-A177-3AD203B41FA5}">
                      <a16:colId xmlns:a16="http://schemas.microsoft.com/office/drawing/2014/main" val="1776217306"/>
                    </a:ext>
                  </a:extLst>
                </a:gridCol>
                <a:gridCol w="1751923">
                  <a:extLst>
                    <a:ext uri="{9D8B030D-6E8A-4147-A177-3AD203B41FA5}">
                      <a16:colId xmlns:a16="http://schemas.microsoft.com/office/drawing/2014/main" val="421285118"/>
                    </a:ext>
                  </a:extLst>
                </a:gridCol>
                <a:gridCol w="1751923">
                  <a:extLst>
                    <a:ext uri="{9D8B030D-6E8A-4147-A177-3AD203B41FA5}">
                      <a16:colId xmlns:a16="http://schemas.microsoft.com/office/drawing/2014/main" val="3077187110"/>
                    </a:ext>
                  </a:extLst>
                </a:gridCol>
              </a:tblGrid>
              <a:tr h="378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−slope × k</a:t>
                      </a:r>
                      <a:r>
                        <a:rPr lang="en-US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× 1000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788789"/>
                  </a:ext>
                </a:extLst>
              </a:tr>
              <a:tr h="378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-7.62047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0.6576eV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478922"/>
                  </a:ext>
                </a:extLst>
              </a:tr>
              <a:tr h="378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1kHz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-15.6814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1.1395eV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279458"/>
                  </a:ext>
                </a:extLst>
              </a:tr>
              <a:tr h="378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10kHz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-20.39453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1.7599eV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316071"/>
                  </a:ext>
                </a:extLst>
              </a:tr>
              <a:tr h="3789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1MHz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-20.9232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1.8055eV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937220"/>
                  </a:ext>
                </a:extLst>
              </a:tr>
            </a:tbl>
          </a:graphicData>
        </a:graphic>
      </p:graphicFrame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4C460B2D-60B7-1892-F0BC-F97C8035CE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97335"/>
              </p:ext>
            </p:extLst>
          </p:nvPr>
        </p:nvGraphicFramePr>
        <p:xfrm>
          <a:off x="6938523" y="3429000"/>
          <a:ext cx="4976109" cy="3061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36A2481-5096-7E5E-36C8-4572309944AB}"/>
              </a:ext>
            </a:extLst>
          </p:cNvPr>
          <p:cNvSpPr txBox="1"/>
          <p:nvPr/>
        </p:nvSpPr>
        <p:spPr>
          <a:xfrm>
            <a:off x="7714972" y="2950694"/>
            <a:ext cx="26255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Singly ionized= 0.3-0.5eV &amp; </a:t>
            </a:r>
          </a:p>
          <a:p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doubly ionized~0.5-2eV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[7]</a:t>
            </a:r>
          </a:p>
        </p:txBody>
      </p:sp>
    </p:spTree>
    <p:extLst>
      <p:ext uri="{BB962C8B-B14F-4D97-AF65-F5344CB8AC3E}">
        <p14:creationId xmlns:p14="http://schemas.microsoft.com/office/powerpoint/2010/main" val="899270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14E7C-A3FF-0479-8321-24D9C0FD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5005-2502-BBE8-83CE-0EAAF0EFF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153806"/>
            <a:ext cx="10093572" cy="69658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70A31-4240-6ECC-8164-9709B5F48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28DC0-052C-1269-9565-B3BFDD456172}"/>
              </a:ext>
            </a:extLst>
          </p:cNvPr>
          <p:cNvSpPr txBox="1"/>
          <p:nvPr/>
        </p:nvSpPr>
        <p:spPr>
          <a:xfrm>
            <a:off x="5101370" y="5844193"/>
            <a:ext cx="5706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SEM image of KNN-1.5%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a)10000 b)20000 &amp; c)30000 magnification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8837C9-29AC-C64D-B0A9-9D26C4B02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30" y="786384"/>
            <a:ext cx="3050777" cy="26426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3CA6E6-0AF9-F0D9-24E0-602CE0BA9B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865" y="780393"/>
            <a:ext cx="3055551" cy="26467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403264-508B-45F5-1959-A636C6E7B7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779" y="3430856"/>
            <a:ext cx="3532243" cy="30596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10389F-60E6-1087-2A68-FB3529899077}"/>
              </a:ext>
            </a:extLst>
          </p:cNvPr>
          <p:cNvSpPr txBox="1"/>
          <p:nvPr/>
        </p:nvSpPr>
        <p:spPr>
          <a:xfrm>
            <a:off x="640080" y="914400"/>
            <a:ext cx="484632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(a)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7CED57-5B18-D4AB-66AC-BD9062D1A85E}"/>
              </a:ext>
            </a:extLst>
          </p:cNvPr>
          <p:cNvSpPr txBox="1"/>
          <p:nvPr/>
        </p:nvSpPr>
        <p:spPr>
          <a:xfrm>
            <a:off x="3955773" y="914400"/>
            <a:ext cx="552219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(b)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FAC597-8436-51C7-1734-14518DA80F6C}"/>
              </a:ext>
            </a:extLst>
          </p:cNvPr>
          <p:cNvSpPr txBox="1"/>
          <p:nvPr/>
        </p:nvSpPr>
        <p:spPr>
          <a:xfrm>
            <a:off x="1441173" y="3559016"/>
            <a:ext cx="484632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(c)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E4A010-73FD-D387-F8CE-12205C709117}"/>
              </a:ext>
            </a:extLst>
          </p:cNvPr>
          <p:cNvSpPr txBox="1"/>
          <p:nvPr/>
        </p:nvSpPr>
        <p:spPr>
          <a:xfrm>
            <a:off x="6802416" y="914400"/>
            <a:ext cx="531037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Agglomerated and non-uniform grain morphology is observed, with fine particles distributed between larger angular grains.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Intergranular porosity suggests incomplete densification of the KNN–1.5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ceramic.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pores, defects, and grain boundaries can enhance interfacial polarization, contributing to higher dielectric loss and reduced functional stability.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5BC0D3-FFC6-90F9-911F-30A987586604}"/>
              </a:ext>
            </a:extLst>
          </p:cNvPr>
          <p:cNvSpPr txBox="1"/>
          <p:nvPr/>
        </p:nvSpPr>
        <p:spPr>
          <a:xfrm>
            <a:off x="6437376" y="3880019"/>
            <a:ext cx="5439655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Microstructure explains why excess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not improve performance beyond the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composition.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403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4A690-4024-EB94-7466-3A557B89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7E74-634D-DC00-84D1-BAE11CA4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153806"/>
            <a:ext cx="10093572" cy="69658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Piezoelectricity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85551-4F6C-E237-6323-94438F07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A88A6B-F9C8-95CF-EF5E-C1D7B4E78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663773"/>
              </p:ext>
            </p:extLst>
          </p:nvPr>
        </p:nvGraphicFramePr>
        <p:xfrm>
          <a:off x="3168210" y="1136713"/>
          <a:ext cx="5725160" cy="1289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2580">
                  <a:extLst>
                    <a:ext uri="{9D8B030D-6E8A-4147-A177-3AD203B41FA5}">
                      <a16:colId xmlns:a16="http://schemas.microsoft.com/office/drawing/2014/main" val="3759539074"/>
                    </a:ext>
                  </a:extLst>
                </a:gridCol>
                <a:gridCol w="2862580">
                  <a:extLst>
                    <a:ext uri="{9D8B030D-6E8A-4147-A177-3AD203B41FA5}">
                      <a16:colId xmlns:a16="http://schemas.microsoft.com/office/drawing/2014/main" val="3846958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Composition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Unpoled d</a:t>
                      </a:r>
                      <a:r>
                        <a:rPr lang="en-US" sz="2000" kern="100" baseline="-25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value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501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4088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KNN-1%BCHfT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15.5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4554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KNN-1.5%BCHfT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96748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59D97DA-4A69-DB16-6FEF-D38042736C55}"/>
              </a:ext>
            </a:extLst>
          </p:cNvPr>
          <p:cNvSpPr txBox="1"/>
          <p:nvPr/>
        </p:nvSpPr>
        <p:spPr>
          <a:xfrm>
            <a:off x="3651580" y="2543317"/>
            <a:ext cx="4888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 The unpoled d33 data for synthesized ceramics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ACDB196-DB4A-D24C-3072-9B19B8891F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4234936"/>
              </p:ext>
            </p:extLst>
          </p:nvPr>
        </p:nvGraphicFramePr>
        <p:xfrm>
          <a:off x="1669771" y="2998915"/>
          <a:ext cx="8722038" cy="3559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0664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F8EAF-D9DE-9FD3-ED83-7032E7D7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28600"/>
            <a:ext cx="4361688" cy="954738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8A57-68C7-1BAD-CE79-017C980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01ECCE-32BB-090C-F2C3-D08EA136C3A0}"/>
              </a:ext>
            </a:extLst>
          </p:cNvPr>
          <p:cNvSpPr txBox="1"/>
          <p:nvPr/>
        </p:nvSpPr>
        <p:spPr>
          <a:xfrm>
            <a:off x="852678" y="1393650"/>
            <a:ext cx="110710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KNN–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lead-free composite ceramics were successfully prepared by the conventional solid-state reaction route.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Dielectric analysis confirmed frequency- and temperature-dependent polarization behavior, with thermally activated defect-assisted conduction at elevated temperature.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the investigated compositions, KNN–1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the best overall response, including the highest unpoled d₃₃ value of 15.5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/N.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 at 1.5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reduced performance, likely due to porosity, defect/interface polarization, and incomplete densification.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A205DC-06C4-8989-CDC0-26AC15A61748}"/>
              </a:ext>
            </a:extLst>
          </p:cNvPr>
          <p:cNvSpPr txBox="1"/>
          <p:nvPr/>
        </p:nvSpPr>
        <p:spPr>
          <a:xfrm>
            <a:off x="852678" y="3991463"/>
            <a:ext cx="11071098" cy="95410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KNN–1wt%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BCHfT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the best balance between dielectric stability and preliminary piezoelectric response, a validity of the comparative study.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739D62D-E32B-1295-85B7-2A722774B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556491"/>
              </p:ext>
            </p:extLst>
          </p:nvPr>
        </p:nvGraphicFramePr>
        <p:xfrm>
          <a:off x="852678" y="5532627"/>
          <a:ext cx="11071098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5183">
                  <a:extLst>
                    <a:ext uri="{9D8B030D-6E8A-4147-A177-3AD203B41FA5}">
                      <a16:colId xmlns:a16="http://schemas.microsoft.com/office/drawing/2014/main" val="3371115525"/>
                    </a:ext>
                  </a:extLst>
                </a:gridCol>
                <a:gridCol w="1845183">
                  <a:extLst>
                    <a:ext uri="{9D8B030D-6E8A-4147-A177-3AD203B41FA5}">
                      <a16:colId xmlns:a16="http://schemas.microsoft.com/office/drawing/2014/main" val="3607235978"/>
                    </a:ext>
                  </a:extLst>
                </a:gridCol>
                <a:gridCol w="1845183">
                  <a:extLst>
                    <a:ext uri="{9D8B030D-6E8A-4147-A177-3AD203B41FA5}">
                      <a16:colId xmlns:a16="http://schemas.microsoft.com/office/drawing/2014/main" val="1441029597"/>
                    </a:ext>
                  </a:extLst>
                </a:gridCol>
                <a:gridCol w="1845183">
                  <a:extLst>
                    <a:ext uri="{9D8B030D-6E8A-4147-A177-3AD203B41FA5}">
                      <a16:colId xmlns:a16="http://schemas.microsoft.com/office/drawing/2014/main" val="1020604203"/>
                    </a:ext>
                  </a:extLst>
                </a:gridCol>
                <a:gridCol w="1845183">
                  <a:extLst>
                    <a:ext uri="{9D8B030D-6E8A-4147-A177-3AD203B41FA5}">
                      <a16:colId xmlns:a16="http://schemas.microsoft.com/office/drawing/2014/main" val="3087723197"/>
                    </a:ext>
                  </a:extLst>
                </a:gridCol>
                <a:gridCol w="1845183">
                  <a:extLst>
                    <a:ext uri="{9D8B030D-6E8A-4147-A177-3AD203B41FA5}">
                      <a16:colId xmlns:a16="http://schemas.microsoft.com/office/drawing/2014/main" val="2322561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BCHfT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composite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b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=15.5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/N (without poling)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US" b="1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=145.0419;</a:t>
                      </a:r>
                    </a:p>
                    <a:p>
                      <a:r>
                        <a:rPr lang="en-US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1kHz at 25</a:t>
                      </a:r>
                      <a:r>
                        <a:rPr lang="en-US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b="1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0.65-1.81eV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Tc~ 425-450</a:t>
                      </a:r>
                      <a:r>
                        <a:rPr lang="en-US" b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thesis.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397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3CB6-9742-610B-1608-9E4C433ED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19456"/>
            <a:ext cx="10890374" cy="16276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0E8A6-106A-71F5-9DE3-9E554BF8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BF4C1BC-0D17-3B8C-D194-56B9450E0D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2317370"/>
              </p:ext>
            </p:extLst>
          </p:nvPr>
        </p:nvGraphicFramePr>
        <p:xfrm>
          <a:off x="2362881" y="1306238"/>
          <a:ext cx="7466237" cy="5121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66277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BA15E-7446-038F-E53B-1149D257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8D1B4-6E16-0C84-19A5-24A97C56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9C8E609-0280-88F0-F4DA-64C792E4E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411480"/>
            <a:ext cx="5404104" cy="92730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879D47-4AE7-9238-B7DC-E165280FB7FC}"/>
              </a:ext>
            </a:extLst>
          </p:cNvPr>
          <p:cNvSpPr txBox="1"/>
          <p:nvPr/>
        </p:nvSpPr>
        <p:spPr>
          <a:xfrm>
            <a:off x="841640" y="1426464"/>
            <a:ext cx="110821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[1]J. Y. Kim, M.-J. Choi, and H. W. Jang, “Ferroelectric field effect transistors: Progress and perspective,” </a:t>
            </a:r>
            <a:r>
              <a:rPr lang="en-US" i="1" dirty="0"/>
              <a:t>APL Materials</a:t>
            </a:r>
            <a:r>
              <a:rPr lang="en-US" dirty="0"/>
              <a:t>, vol. 9, no. 2, Art. no. 021102, Feb. 2021, </a:t>
            </a:r>
            <a:r>
              <a:rPr lang="en-US" dirty="0" err="1"/>
              <a:t>doi</a:t>
            </a:r>
            <a:r>
              <a:rPr lang="en-US" dirty="0"/>
              <a:t>: 10.1063/5.0035515.</a:t>
            </a:r>
          </a:p>
          <a:p>
            <a:r>
              <a:rPr lang="en-US" dirty="0"/>
              <a:t>[2] L. Liu, H. Fan, L. Fang, X. Chen, H. </a:t>
            </a:r>
            <a:r>
              <a:rPr lang="en-US" dirty="0" err="1"/>
              <a:t>Dammak</a:t>
            </a:r>
            <a:r>
              <a:rPr lang="en-US" dirty="0"/>
              <a:t>, and M. P. </a:t>
            </a:r>
            <a:r>
              <a:rPr lang="en-US" dirty="0" err="1"/>
              <a:t>Thi</a:t>
            </a:r>
            <a:r>
              <a:rPr lang="en-US" dirty="0"/>
              <a:t>, “Effects of Na/K evaporation on electrical properties and intrinsic defects in Na0.5K0.5NbO3 ceramics,” </a:t>
            </a:r>
            <a:r>
              <a:rPr lang="en-US" i="1" dirty="0"/>
              <a:t>Mater. Chem. Phys.</a:t>
            </a:r>
            <a:r>
              <a:rPr lang="en-US" dirty="0"/>
              <a:t>, vol. 117, no. 1, pp. 138–141, Sep. 2009, </a:t>
            </a:r>
            <a:r>
              <a:rPr lang="en-US" dirty="0" err="1"/>
              <a:t>doi</a:t>
            </a:r>
            <a:r>
              <a:rPr lang="en-US" dirty="0"/>
              <a:t>: 10.1016/J.MATCHEMPHYS.2009.05.024.</a:t>
            </a:r>
          </a:p>
          <a:p>
            <a:r>
              <a:rPr lang="en-US" dirty="0"/>
              <a:t>[3]Y. Zhang </a:t>
            </a:r>
            <a:r>
              <a:rPr lang="en-US" i="1" dirty="0"/>
              <a:t>et al.</a:t>
            </a:r>
            <a:r>
              <a:rPr lang="en-US" dirty="0"/>
              <a:t>, “Effects of Mn-doping on anti-fatigue and anti-leakage current characteristics in KNN single crystals,” </a:t>
            </a:r>
            <a:r>
              <a:rPr lang="en-US" i="1" dirty="0"/>
              <a:t>Applied Physics Letters</a:t>
            </a:r>
            <a:r>
              <a:rPr lang="en-US" dirty="0"/>
              <a:t>, vol. 118, no. 4, p. 042903, Jan. 2021, </a:t>
            </a:r>
            <a:r>
              <a:rPr lang="en-US" dirty="0" err="1"/>
              <a:t>doi</a:t>
            </a:r>
            <a:r>
              <a:rPr lang="en-US" dirty="0"/>
              <a:t>: 10.1063/5.0039149.</a:t>
            </a:r>
          </a:p>
          <a:p>
            <a:r>
              <a:rPr lang="en-US" dirty="0"/>
              <a:t>[4]X. Chen, G. Liu, G. Huang, X. Li, X. Yan, and H. Zhou, “Good high-temperature stability and improved piezoelectric properties of (K0.5Na0.5)NbO3–Bi(Mg0.5Zr0.5)O3 ceramics,” </a:t>
            </a:r>
            <a:r>
              <a:rPr lang="en-US" i="1" dirty="0"/>
              <a:t>J Mater Sci: Mater Electron</a:t>
            </a:r>
            <a:r>
              <a:rPr lang="en-US" dirty="0"/>
              <a:t>, vol. 28, no. 17, pp. 13126–13131, Sep. 2017, </a:t>
            </a:r>
            <a:r>
              <a:rPr lang="en-US" dirty="0" err="1"/>
              <a:t>doi</a:t>
            </a:r>
            <a:r>
              <a:rPr lang="en-US" dirty="0"/>
              <a:t>: 10.1007/s10854-017-7146-5.</a:t>
            </a:r>
          </a:p>
          <a:p>
            <a:r>
              <a:rPr lang="en-US" dirty="0"/>
              <a:t>[5]Y. Zhang </a:t>
            </a:r>
            <a:r>
              <a:rPr lang="en-US" i="1" dirty="0"/>
              <a:t>et al.</a:t>
            </a:r>
            <a:r>
              <a:rPr lang="en-US" dirty="0"/>
              <a:t>, “Effects of Mn-doping on anti-fatigue and anti-leakage current characteristics in KNN single crystals,” </a:t>
            </a:r>
            <a:r>
              <a:rPr lang="en-US" i="1" dirty="0"/>
              <a:t>Applied Physics Letters</a:t>
            </a:r>
            <a:r>
              <a:rPr lang="en-US" dirty="0"/>
              <a:t>, vol. 118, no. 4, p. 042903, Jan. 2021, </a:t>
            </a:r>
            <a:r>
              <a:rPr lang="en-US" dirty="0" err="1"/>
              <a:t>doi</a:t>
            </a:r>
            <a:r>
              <a:rPr lang="en-US" dirty="0"/>
              <a:t>: 10.1063/5.0039149.</a:t>
            </a:r>
          </a:p>
          <a:p>
            <a:r>
              <a:rPr lang="en-US" dirty="0"/>
              <a:t>[6]B.-Y. Li, X.-M. Chen, M.-D. Liu, Z.-D. Yu, H.-L. Lian, and J.-P. Zhou, “Improved ferroelectric and piezoelectric properties of (Na0.5K0.5)NbO</a:t>
            </a:r>
            <a:r>
              <a:rPr lang="en-US" baseline="-25000" dirty="0"/>
              <a:t>3</a:t>
            </a:r>
            <a:r>
              <a:rPr lang="en-US" dirty="0"/>
              <a:t> ceramics via sintering in low oxygen partial pressure atmosphere and adding </a:t>
            </a:r>
            <a:r>
              <a:rPr lang="en-US" dirty="0" err="1"/>
              <a:t>LiF</a:t>
            </a:r>
            <a:r>
              <a:rPr lang="en-US" dirty="0"/>
              <a:t>,” </a:t>
            </a:r>
            <a:r>
              <a:rPr lang="en-US" i="1" dirty="0"/>
              <a:t>J. Adv. </a:t>
            </a:r>
            <a:r>
              <a:rPr lang="en-US" i="1" dirty="0" err="1"/>
              <a:t>Dielect</a:t>
            </a:r>
            <a:r>
              <a:rPr lang="en-US" i="1" dirty="0"/>
              <a:t>.</a:t>
            </a:r>
            <a:r>
              <a:rPr lang="en-US" dirty="0"/>
              <a:t>, vol. 11, no. 02, p. 2150012, Apr. 2021, </a:t>
            </a:r>
            <a:r>
              <a:rPr lang="en-US" dirty="0" err="1"/>
              <a:t>doi</a:t>
            </a:r>
            <a:r>
              <a:rPr lang="en-US" dirty="0"/>
              <a:t>: 10.1142/S2010135X21500120.</a:t>
            </a:r>
          </a:p>
        </p:txBody>
      </p:sp>
    </p:spTree>
    <p:extLst>
      <p:ext uri="{BB962C8B-B14F-4D97-AF65-F5344CB8AC3E}">
        <p14:creationId xmlns:p14="http://schemas.microsoft.com/office/powerpoint/2010/main" val="92031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57D5F-4BFB-BE08-0BEC-E94618920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2D4BA-DE49-D903-5342-E1ECBFC86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fld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B184E63-D403-B11A-AD92-C7B80CADF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411480"/>
            <a:ext cx="5404104" cy="92730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7AAB9-8F60-9B30-F9A4-EDCEC3FA9FE7}"/>
              </a:ext>
            </a:extLst>
          </p:cNvPr>
          <p:cNvSpPr txBox="1"/>
          <p:nvPr/>
        </p:nvSpPr>
        <p:spPr>
          <a:xfrm>
            <a:off x="841640" y="1426464"/>
            <a:ext cx="11082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[7]S. </a:t>
            </a:r>
            <a:r>
              <a:rPr lang="en-US" dirty="0" err="1"/>
              <a:t>Khardazi</a:t>
            </a:r>
            <a:r>
              <a:rPr lang="en-US" dirty="0"/>
              <a:t> </a:t>
            </a:r>
            <a:r>
              <a:rPr lang="en-US" i="1" dirty="0"/>
              <a:t>et al.</a:t>
            </a:r>
            <a:r>
              <a:rPr lang="en-US" dirty="0"/>
              <a:t>, “Structural, dielectric, ferroelectric and electrical properties of lead-free Ba0.9Sr0.1Ti0.9Sn0.1O3 ceramic prepared by sol–gel method,” </a:t>
            </a:r>
            <a:r>
              <a:rPr lang="en-US" i="1" dirty="0"/>
              <a:t>Mater. Today Proc.</a:t>
            </a:r>
            <a:r>
              <a:rPr lang="en-US" dirty="0"/>
              <a:t>, vol. 51, pp. 2059–2065, Jan. 2022, </a:t>
            </a:r>
            <a:r>
              <a:rPr lang="en-US" dirty="0" err="1"/>
              <a:t>doi</a:t>
            </a:r>
            <a:r>
              <a:rPr lang="en-US" dirty="0"/>
              <a:t>: 10.1016/J.MATPR.2021.08.302. </a:t>
            </a:r>
          </a:p>
        </p:txBody>
      </p:sp>
    </p:spTree>
    <p:extLst>
      <p:ext uri="{BB962C8B-B14F-4D97-AF65-F5344CB8AC3E}">
        <p14:creationId xmlns:p14="http://schemas.microsoft.com/office/powerpoint/2010/main" val="19363936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A52016E5-43C0-59E9-C7D5-5F2E24721B8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86" b="33586"/>
          <a:stretch>
            <a:fillRect/>
          </a:stretch>
        </p:blipFill>
        <p:spPr>
          <a:xfrm>
            <a:off x="0" y="0"/>
            <a:ext cx="11733150" cy="5135804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738C8-C838-438B-F934-0218EC26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050" smtClean="0"/>
              <a:pPr/>
              <a:t>35</a:t>
            </a:fld>
            <a:endParaRPr lang="en-US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ED1878-8702-987C-1C00-D70082EF277D}"/>
              </a:ext>
            </a:extLst>
          </p:cNvPr>
          <p:cNvSpPr txBox="1"/>
          <p:nvPr/>
        </p:nvSpPr>
        <p:spPr>
          <a:xfrm>
            <a:off x="0" y="5504571"/>
            <a:ext cx="6828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THANK YOU SO MUCH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00AC6-8160-FBE2-31CB-968B77CED189}"/>
              </a:ext>
            </a:extLst>
          </p:cNvPr>
          <p:cNvSpPr txBox="1"/>
          <p:nvPr/>
        </p:nvSpPr>
        <p:spPr>
          <a:xfrm>
            <a:off x="8839200" y="5412239"/>
            <a:ext cx="31213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Pritom Majumder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📞01859472796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📩pritommajumder36@gmail.com</a:t>
            </a:r>
          </a:p>
        </p:txBody>
      </p:sp>
    </p:spTree>
    <p:extLst>
      <p:ext uri="{BB962C8B-B14F-4D97-AF65-F5344CB8AC3E}">
        <p14:creationId xmlns:p14="http://schemas.microsoft.com/office/powerpoint/2010/main" val="2999686948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D6282DC-5D67-4C19-9A05-C65D9BF7BC78}">
  <ds:schemaRefs>
    <ds:schemaRef ds:uri="16c05727-aa75-4e4a-9b5f-8a80a1165891"/>
    <ds:schemaRef ds:uri="http://purl.org/dc/elements/1.1/"/>
    <ds:schemaRef ds:uri="http://schemas.microsoft.com/sharepoint/v3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230e9df3-be65-4c73-a93b-d1236ebd677e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oasis presentation</Template>
  <TotalTime>2008</TotalTime>
  <Words>2292</Words>
  <Application>Microsoft Office PowerPoint</Application>
  <PresentationFormat>Widescreen</PresentationFormat>
  <Paragraphs>419</Paragraphs>
  <Slides>35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Aptos</vt:lpstr>
      <vt:lpstr>Arial</vt:lpstr>
      <vt:lpstr>Calibri</vt:lpstr>
      <vt:lpstr>Cambria Math</vt:lpstr>
      <vt:lpstr>Neue Haas Grotesk Text Pro</vt:lpstr>
      <vt:lpstr>Times New Roman</vt:lpstr>
      <vt:lpstr>Wingdings</vt:lpstr>
      <vt:lpstr>OasisVTI</vt:lpstr>
      <vt:lpstr>Investigation of Dielectric and Piezoelectric Properties of KNN (K0.5Na0.5NbO3) with BCHfT (Ba0.85Ca0.15Hf0.1Ti0.9O3) Composite Ceramics</vt:lpstr>
      <vt:lpstr>Agenda</vt:lpstr>
      <vt:lpstr>Why this research matters</vt:lpstr>
      <vt:lpstr>Why this research matters</vt:lpstr>
      <vt:lpstr>Why this research matters</vt:lpstr>
      <vt:lpstr>Why this research matters</vt:lpstr>
      <vt:lpstr>Research IDEA</vt:lpstr>
      <vt:lpstr>Research IDEA</vt:lpstr>
      <vt:lpstr>Research IDEA</vt:lpstr>
      <vt:lpstr>Research IDEA</vt:lpstr>
      <vt:lpstr>Summary of Hypothesis</vt:lpstr>
      <vt:lpstr>Methodology</vt:lpstr>
      <vt:lpstr>Methodology</vt:lpstr>
      <vt:lpstr>Methodology</vt:lpstr>
      <vt:lpstr>Result &amp; Discussion</vt:lpstr>
      <vt:lpstr>XRD Analysis</vt:lpstr>
      <vt:lpstr>XRD Analysis</vt:lpstr>
      <vt:lpstr>XRD Analysis</vt:lpstr>
      <vt:lpstr>XRD Analysis</vt:lpstr>
      <vt:lpstr>XRD Analysis</vt:lpstr>
      <vt:lpstr>Frequency dependent dielectric Analysis</vt:lpstr>
      <vt:lpstr>Frequency dependent dielectric Analysis</vt:lpstr>
      <vt:lpstr>Frequency dependent dielectric Analysis</vt:lpstr>
      <vt:lpstr>Temperature dependent dielectric Analysis</vt:lpstr>
      <vt:lpstr>Temperature dependent dielectric Analysis</vt:lpstr>
      <vt:lpstr>Temperature dependent dielectric Analysis</vt:lpstr>
      <vt:lpstr>Temperature dependent dielectric Analysis</vt:lpstr>
      <vt:lpstr>Temperature dependent dielectric Analysis</vt:lpstr>
      <vt:lpstr>SEM Analysis</vt:lpstr>
      <vt:lpstr>Piezoelectricity Analysis</vt:lpstr>
      <vt:lpstr>Conclusion </vt:lpstr>
      <vt:lpstr>Future work</vt:lpstr>
      <vt:lpstr>References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2011011 - Pritom Majumder</dc:creator>
  <cp:lastModifiedBy>2011011 - Pritom Majumder</cp:lastModifiedBy>
  <cp:revision>1</cp:revision>
  <dcterms:created xsi:type="dcterms:W3CDTF">2026-06-06T13:05:06Z</dcterms:created>
  <dcterms:modified xsi:type="dcterms:W3CDTF">2026-06-12T15:50:06Z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